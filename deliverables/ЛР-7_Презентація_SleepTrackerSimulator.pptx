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92f62a81974128" /><Relationship Type="http://schemas.openxmlformats.org/officeDocument/2006/relationships/extended-properties" Target="/docProps/app.xml" Id="R4c89411d6bf54a0a" /><Relationship Type="http://schemas.openxmlformats.org/officeDocument/2006/relationships/officeDocument" Target="/ppt/presentation.xml" Id="R9271fc84dc0b4e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ed45c6145045a3"/>
  </p:sldMasterIdLst>
  <p:notesMasterIdLst>
    <p:notesMasterId xmlns:r="http://schemas.openxmlformats.org/officeDocument/2006/relationships" r:id="Rf4682a80357a43dd"/>
  </p:notesMasterIdLst>
  <p:sldIdLst>
    <p:sldId xmlns:r="http://schemas.openxmlformats.org/officeDocument/2006/relationships" id="256" r:id="Rc30ad807613c4f62"/>
    <p:sldId xmlns:r="http://schemas.openxmlformats.org/officeDocument/2006/relationships" id="257" r:id="R4d09f869ee7b4b5d"/>
    <p:sldId xmlns:r="http://schemas.openxmlformats.org/officeDocument/2006/relationships" id="258" r:id="R0e14e02a5b0c4360"/>
    <p:sldId xmlns:r="http://schemas.openxmlformats.org/officeDocument/2006/relationships" id="259" r:id="R19254cf4d1554fbf"/>
    <p:sldId xmlns:r="http://schemas.openxmlformats.org/officeDocument/2006/relationships" id="260" r:id="Re14c12f90d754c35"/>
    <p:sldId xmlns:r="http://schemas.openxmlformats.org/officeDocument/2006/relationships" id="261" r:id="Reae91b01a8cb4d95"/>
    <p:sldId xmlns:r="http://schemas.openxmlformats.org/officeDocument/2006/relationships" id="262" r:id="R15e5a53e9ef94b1e"/>
    <p:sldId xmlns:r="http://schemas.openxmlformats.org/officeDocument/2006/relationships" id="263" r:id="R2fcc04c49e1449c0"/>
    <p:sldId xmlns:r="http://schemas.openxmlformats.org/officeDocument/2006/relationships" id="264" r:id="Rfa8f26d134f64cc1"/>
    <p:sldId xmlns:r="http://schemas.openxmlformats.org/officeDocument/2006/relationships" id="265" r:id="Rd8565d3e42594bea"/>
    <p:sldId xmlns:r="http://schemas.openxmlformats.org/officeDocument/2006/relationships" id="266" r:id="Rb3f2e19c0bf04441"/>
    <p:sldId xmlns:r="http://schemas.openxmlformats.org/officeDocument/2006/relationships" id="267" r:id="Re3b992575c944103"/>
    <p:sldId xmlns:r="http://schemas.openxmlformats.org/officeDocument/2006/relationships" id="268" r:id="Rbf2a196e09d94b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682e86a4f948e6" /><Relationship Type="http://schemas.openxmlformats.org/officeDocument/2006/relationships/slideMaster" Target="/ppt/slideMasters/slideMaster1.xml" Id="Rb2ed45c6145045a3" /><Relationship Type="http://schemas.openxmlformats.org/officeDocument/2006/relationships/notesMaster" Target="/ppt/notesMasters/notesMaster1.xml" Id="Rf4682a80357a43dd" /><Relationship Type="http://schemas.openxmlformats.org/officeDocument/2006/relationships/presProps" Target="/ppt/presProps.xml" Id="Rd8ff898e28b74c19" /><Relationship Type="http://schemas.openxmlformats.org/officeDocument/2006/relationships/tableStyles" Target="/ppt/tableStyles.xml" Id="R444a815d79344cbe" /><Relationship Type="http://schemas.openxmlformats.org/officeDocument/2006/relationships/slide" Target="/ppt/slides/slide1.xml" Id="Rc30ad807613c4f62" /><Relationship Type="http://schemas.openxmlformats.org/officeDocument/2006/relationships/slide" Target="/ppt/slides/slide2.xml" Id="R4d09f869ee7b4b5d" /><Relationship Type="http://schemas.openxmlformats.org/officeDocument/2006/relationships/slide" Target="/ppt/slides/slide3.xml" Id="R0e14e02a5b0c4360" /><Relationship Type="http://schemas.openxmlformats.org/officeDocument/2006/relationships/slide" Target="/ppt/slides/slide4.xml" Id="R19254cf4d1554fbf" /><Relationship Type="http://schemas.openxmlformats.org/officeDocument/2006/relationships/slide" Target="/ppt/slides/slide5.xml" Id="Re14c12f90d754c35" /><Relationship Type="http://schemas.openxmlformats.org/officeDocument/2006/relationships/slide" Target="/ppt/slides/slide6.xml" Id="Reae91b01a8cb4d95" /><Relationship Type="http://schemas.openxmlformats.org/officeDocument/2006/relationships/slide" Target="/ppt/slides/slide7.xml" Id="R15e5a53e9ef94b1e" /><Relationship Type="http://schemas.openxmlformats.org/officeDocument/2006/relationships/slide" Target="/ppt/slides/slide8.xml" Id="R2fcc04c49e1449c0" /><Relationship Type="http://schemas.openxmlformats.org/officeDocument/2006/relationships/slide" Target="/ppt/slides/slide9.xml" Id="Rfa8f26d134f64cc1" /><Relationship Type="http://schemas.openxmlformats.org/officeDocument/2006/relationships/slide" Target="/ppt/slides/slide10.xml" Id="Rd8565d3e42594bea" /><Relationship Type="http://schemas.openxmlformats.org/officeDocument/2006/relationships/slide" Target="/ppt/slides/slide11.xml" Id="Rb3f2e19c0bf04441" /><Relationship Type="http://schemas.openxmlformats.org/officeDocument/2006/relationships/slide" Target="/ppt/slides/slide12.xml" Id="Re3b992575c944103" /><Relationship Type="http://schemas.openxmlformats.org/officeDocument/2006/relationships/slide" Target="/ppt/slides/slide13.xml" Id="Rbf2a196e09d94b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6b5ea969cf43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3524e014194ae6" /><Relationship Type="http://schemas.openxmlformats.org/officeDocument/2006/relationships/notesMaster" Target="/ppt/notesMasters/notesMaster1.xml" Id="Rc1667cf7fd48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a07f8c1830487d" /><Relationship Type="http://schemas.openxmlformats.org/officeDocument/2006/relationships/notesMaster" Target="/ppt/notesMasters/notesMaster1.xml" Id="Rc00eadeb5eed41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b67c7bbf4e4c20" /><Relationship Type="http://schemas.openxmlformats.org/officeDocument/2006/relationships/notesMaster" Target="/ppt/notesMasters/notesMaster1.xml" Id="R111aa3e262b24c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eb410ccb214ddc" /><Relationship Type="http://schemas.openxmlformats.org/officeDocument/2006/relationships/notesMaster" Target="/ppt/notesMasters/notesMaster1.xml" Id="Rff3ce461fae640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ef584b8c214aa5" /><Relationship Type="http://schemas.openxmlformats.org/officeDocument/2006/relationships/notesMaster" Target="/ppt/notesMasters/notesMaster1.xml" Id="R71b48766b1ea4d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daf84060d9424e" /><Relationship Type="http://schemas.openxmlformats.org/officeDocument/2006/relationships/notesMaster" Target="/ppt/notesMasters/notesMaster1.xml" Id="R2dc5668d4d6b4d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cf81092ef94050" /><Relationship Type="http://schemas.openxmlformats.org/officeDocument/2006/relationships/notesMaster" Target="/ppt/notesMasters/notesMaster1.xml" Id="R2c184e7ddb6a4e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7e427b566e45df" /><Relationship Type="http://schemas.openxmlformats.org/officeDocument/2006/relationships/notesMaster" Target="/ppt/notesMasters/notesMaster1.xml" Id="R281ca3a165584e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cbd117cd204789" /><Relationship Type="http://schemas.openxmlformats.org/officeDocument/2006/relationships/notesMaster" Target="/ppt/notesMasters/notesMaster1.xml" Id="R3bc299bc21d049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19270aa7b54761" /><Relationship Type="http://schemas.openxmlformats.org/officeDocument/2006/relationships/notesMaster" Target="/ppt/notesMasters/notesMaster1.xml" Id="R464ab7622c8847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1f89482e9e4cc6" /><Relationship Type="http://schemas.openxmlformats.org/officeDocument/2006/relationships/notesMaster" Target="/ppt/notesMasters/notesMaster1.xml" Id="R38400219a59449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7985c3ca1b4d02" /><Relationship Type="http://schemas.openxmlformats.org/officeDocument/2006/relationships/notesMaster" Target="/ppt/notesMasters/notesMaster1.xml" Id="R44d81e39c16d48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10bfeb6a5b4784" /><Relationship Type="http://schemas.openxmlformats.org/officeDocument/2006/relationships/notesMaster" Target="/ppt/notesMasters/notesMaster1.xml" Id="Rbda7408bd80e48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75a17e0614c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f59ce174d48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519b21d3943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5269b4b4140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c39c0240b41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bb7dab5834b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283AA5-D08A-495E-923E-4A81B9423F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808C720-DAA3-4D90-A03E-C47B47994C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3648BD4-8393-4375-9D0E-A9C6A12F3E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47865C-FC27-4AAF-AE0E-7A952EA7D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A69A46F-C3BC-4AA8-B59D-3CA5A0A005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B568BB6-CD5E-4A26-BF14-74995C1D3D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E41BCA-0311-48A6-9F8A-20A16C7100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C90066-4658-4D03-8F67-4F4FA9D4412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3857B0-E1E3-4509-BC10-4FE3AD4FE7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8E946C-E4DB-4B27-9AA7-AD813369C6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169a62a32b4bd9" /><Relationship Type="http://schemas.openxmlformats.org/officeDocument/2006/relationships/slideLayout" Target="/ppt/slideLayouts/slideLayout1.xml" Id="R1ee481cdf4b4495f" /><Relationship Type="http://schemas.openxmlformats.org/officeDocument/2006/relationships/slideLayout" Target="/ppt/slideLayouts/slideLayout2.xml" Id="R6347e39ad0b3419e" /><Relationship Type="http://schemas.openxmlformats.org/officeDocument/2006/relationships/slideLayout" Target="/ppt/slideLayouts/slideLayout3.xml" Id="Rcbb3687f5dcb4ca0" /><Relationship Type="http://schemas.openxmlformats.org/officeDocument/2006/relationships/slideLayout" Target="/ppt/slideLayouts/slideLayout4.xml" Id="R216d1128c08b4966" /><Relationship Type="http://schemas.openxmlformats.org/officeDocument/2006/relationships/slideLayout" Target="/ppt/slideLayouts/slideLayout5.xml" Id="R5e112059ec82494b" /><Relationship Type="http://schemas.openxmlformats.org/officeDocument/2006/relationships/slideLayout" Target="/ppt/slideLayouts/slideLayout6.xml" Id="R7c50a204fd044f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e481cdf4b4495f"/>
    <p:sldLayoutId xmlns:r="http://schemas.openxmlformats.org/officeDocument/2006/relationships" id="2147483650" r:id="R6347e39ad0b3419e"/>
    <p:sldLayoutId xmlns:r="http://schemas.openxmlformats.org/officeDocument/2006/relationships" id="2147483651" r:id="Rcbb3687f5dcb4ca0"/>
    <p:sldLayoutId xmlns:r="http://schemas.openxmlformats.org/officeDocument/2006/relationships" id="2147483652" r:id="R216d1128c08b4966"/>
    <p:sldLayoutId xmlns:r="http://schemas.openxmlformats.org/officeDocument/2006/relationships" id="2147483653" r:id="R5e112059ec82494b"/>
    <p:sldLayoutId xmlns:r="http://schemas.openxmlformats.org/officeDocument/2006/relationships" id="2147483654" r:id="R7c50a204fd044f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144131e75c4aad" /><Relationship Type="http://schemas.openxmlformats.org/officeDocument/2006/relationships/notesSlide" Target="/ppt/notesSlides/notesSlide1.xml" Id="R2320f53311e04d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738a3947be4631" /><Relationship Type="http://schemas.openxmlformats.org/officeDocument/2006/relationships/notesSlide" Target="/ppt/notesSlides/notesSlide2.xml" Id="Rf3aa2499fbb145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73b4b3138840b1" /><Relationship Type="http://schemas.openxmlformats.org/officeDocument/2006/relationships/notesSlide" Target="/ppt/notesSlides/notesSlide3.xml" Id="R2d644b0469e745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707d021c2a4184" /><Relationship Type="http://schemas.openxmlformats.org/officeDocument/2006/relationships/notesSlide" Target="/ppt/notesSlides/notesSlide4.xml" Id="R2871e1bf6d2d4d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a4ccc83db4ef6" /><Relationship Type="http://schemas.openxmlformats.org/officeDocument/2006/relationships/notesSlide" Target="/ppt/notesSlides/notesSlide5.xml" Id="R1b92da02ae0e4f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8b762394c94b06" /><Relationship Type="http://schemas.openxmlformats.org/officeDocument/2006/relationships/image" Target="/ppt/media/image.png" Id="Re4f04e30ba2f4af0" /><Relationship Type="http://schemas.openxmlformats.org/officeDocument/2006/relationships/notesSlide" Target="/ppt/notesSlides/notesSlide6.xml" Id="R972d770b8f8143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ff9103107f4d54" /><Relationship Type="http://schemas.openxmlformats.org/officeDocument/2006/relationships/notesSlide" Target="/ppt/notesSlides/notesSlide7.xml" Id="R96047305b8304a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e7b6ae7a944943" /><Relationship Type="http://schemas.openxmlformats.org/officeDocument/2006/relationships/notesSlide" Target="/ppt/notesSlides/notesSlide8.xml" Id="R60906868c40a4b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a628d1dba43bd" /><Relationship Type="http://schemas.openxmlformats.org/officeDocument/2006/relationships/image" Target="/ppt/media/image2.png" Id="Reefbd6f00fee4262" /><Relationship Type="http://schemas.openxmlformats.org/officeDocument/2006/relationships/notesSlide" Target="/ppt/notesSlides/notesSlide9.xml" Id="Rb90910f874c945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9a801fedc94d34" /><Relationship Type="http://schemas.openxmlformats.org/officeDocument/2006/relationships/notesSlide" Target="/ppt/notesSlides/notesSlide10.xml" Id="Rf2c1c14d7c794f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1d5f27a63f401a" /><Relationship Type="http://schemas.openxmlformats.org/officeDocument/2006/relationships/notesSlide" Target="/ppt/notesSlides/notesSlide11.xml" Id="R0abb7bb4fb284c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3046c0bb3a4eb1" /><Relationship Type="http://schemas.openxmlformats.org/officeDocument/2006/relationships/notesSlide" Target="/ppt/notesSlides/notesSlide12.xml" Id="Rc1967190d11e40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4fe12216b942e8" /><Relationship Type="http://schemas.openxmlformats.org/officeDocument/2006/relationships/notesSlide" Target="/ppt/notesSlides/notesSlide13.xml" Id="Rb80743747c6e48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4555E-1F45-413B-A065-959B2A4F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050" b="1">
                <a:solidFill>
                  <a:srgbClr val="F4F7FB"/>
                </a:solidFill>
              </a:defRPr>
            </a:defPPr>
            <a:lvl1pPr algn="l">
              <a:buNone/>
              <a:defRPr sz="4050" b="1">
                <a:solidFill>
                  <a:srgbClr val="F4F7FB"/>
                </a:solidFill>
              </a:defRPr>
            </a:lvl1pPr>
            <a:lvl2pPr algn="l">
              <a:buNone/>
              <a:defRPr sz="4050" b="1">
                <a:solidFill>
                  <a:srgbClr val="F4F7FB"/>
                </a:solidFill>
              </a:defRPr>
            </a:lvl2pPr>
            <a:lvl3pPr algn="l">
              <a:buNone/>
              <a:defRPr sz="4050" b="1">
                <a:solidFill>
                  <a:srgbClr val="F4F7FB"/>
                </a:solidFill>
              </a:defRPr>
            </a:lvl3pPr>
            <a:lvl4pPr algn="l">
              <a:buNone/>
              <a:defRPr sz="4050" b="1">
                <a:solidFill>
                  <a:srgbClr val="F4F7FB"/>
                </a:solidFill>
              </a:defRPr>
            </a:lvl4pPr>
            <a:lvl5pPr algn="l">
              <a:buNone/>
              <a:defRPr sz="4050" b="1">
                <a:solidFill>
                  <a:srgbClr val="F4F7FB"/>
                </a:solidFill>
              </a:defRPr>
            </a:lvl5pPr>
            <a:lvl6pPr algn="l">
              <a:buNone/>
              <a:defRPr sz="4050" b="1">
                <a:solidFill>
                  <a:srgbClr val="F4F7FB"/>
                </a:solidFill>
              </a:defRPr>
            </a:lvl6pPr>
            <a:lvl7pPr algn="l">
              <a:buNone/>
              <a:defRPr sz="4050" b="1">
                <a:solidFill>
                  <a:srgbClr val="F4F7FB"/>
                </a:solidFill>
              </a:defRPr>
            </a:lvl7pPr>
            <a:lvl8pPr algn="l">
              <a:buNone/>
              <a:defRPr sz="4050" b="1">
                <a:solidFill>
                  <a:srgbClr val="F4F7FB"/>
                </a:solidFill>
              </a:defRPr>
            </a:lvl8pPr>
            <a:lvl9pPr algn="l">
              <a:buNone/>
              <a:defRPr sz="405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4050" b="1">
                <a:solidFill>
                  <a:srgbClr val="F4F7FB"/>
                </a:solidFill>
              </a:defRPr>
            </a:pPr>
            <a:r>
              <a:rPr sz="4050" b="1">
                <a:solidFill>
                  <a:srgbClr val="F4F7FB"/>
                </a:solidFill>
              </a:rPr>
              <a:t>Sleep Tracker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4F7FB"/>
                </a:solidFill>
              </a:defRPr>
            </a:pPr>
            <a:r>
              <a:rPr sz="4050" b="1">
                <a:solidFill>
                  <a:srgbClr val="F4F7FB"/>
                </a:solidFill>
              </a:rPr>
              <a:t>Simulator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D08BF-0010-45DD-84FD-848B2D21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39D4C7"/>
                </a:solidFill>
              </a:defRPr>
            </a:defPPr>
            <a:lvl1pPr algn="l">
              <a:buNone/>
              <a:defRPr sz="1800" b="1">
                <a:solidFill>
                  <a:srgbClr val="39D4C7"/>
                </a:solidFill>
              </a:defRPr>
            </a:lvl1pPr>
            <a:lvl2pPr algn="l">
              <a:buNone/>
              <a:defRPr sz="1800" b="1">
                <a:solidFill>
                  <a:srgbClr val="39D4C7"/>
                </a:solidFill>
              </a:defRPr>
            </a:lvl2pPr>
            <a:lvl3pPr algn="l">
              <a:buNone/>
              <a:defRPr sz="1800" b="1">
                <a:solidFill>
                  <a:srgbClr val="39D4C7"/>
                </a:solidFill>
              </a:defRPr>
            </a:lvl3pPr>
            <a:lvl4pPr algn="l">
              <a:buNone/>
              <a:defRPr sz="1800" b="1">
                <a:solidFill>
                  <a:srgbClr val="39D4C7"/>
                </a:solidFill>
              </a:defRPr>
            </a:lvl4pPr>
            <a:lvl5pPr algn="l">
              <a:buNone/>
              <a:defRPr sz="1800" b="1">
                <a:solidFill>
                  <a:srgbClr val="39D4C7"/>
                </a:solidFill>
              </a:defRPr>
            </a:lvl5pPr>
            <a:lvl6pPr algn="l">
              <a:buNone/>
              <a:defRPr sz="1800" b="1">
                <a:solidFill>
                  <a:srgbClr val="39D4C7"/>
                </a:solidFill>
              </a:defRPr>
            </a:lvl6pPr>
            <a:lvl7pPr algn="l">
              <a:buNone/>
              <a:defRPr sz="1800" b="1">
                <a:solidFill>
                  <a:srgbClr val="39D4C7"/>
                </a:solidFill>
              </a:defRPr>
            </a:lvl7pPr>
            <a:lvl8pPr algn="l">
              <a:buNone/>
              <a:defRPr sz="1800" b="1">
                <a:solidFill>
                  <a:srgbClr val="39D4C7"/>
                </a:solidFill>
              </a:defRPr>
            </a:lvl8pPr>
            <a:lvl9pPr algn="l">
              <a:buNone/>
              <a:defRPr sz="180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39D4C7"/>
                </a:solidFill>
              </a:defRPr>
            </a:pPr>
            <a:r>
              <a:rPr sz="1800" b="1">
                <a:solidFill>
                  <a:srgbClr val="39D4C7"/>
                </a:solidFill>
              </a:rPr>
              <a:t>Лабораторна робота №7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263E9-BAE9-400E-8763-01BB3E83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AAB8CC"/>
                </a:solidFill>
              </a:defRPr>
            </a:defPPr>
            <a:lvl1pPr algn="l">
              <a:buNone/>
              <a:defRPr sz="1800" b="0">
                <a:solidFill>
                  <a:srgbClr val="AAB8CC"/>
                </a:solidFill>
              </a:defRPr>
            </a:lvl1pPr>
            <a:lvl2pPr algn="l">
              <a:buNone/>
              <a:defRPr sz="1800" b="0">
                <a:solidFill>
                  <a:srgbClr val="AAB8CC"/>
                </a:solidFill>
              </a:defRPr>
            </a:lvl2pPr>
            <a:lvl3pPr algn="l">
              <a:buNone/>
              <a:defRPr sz="1800" b="0">
                <a:solidFill>
                  <a:srgbClr val="AAB8CC"/>
                </a:solidFill>
              </a:defRPr>
            </a:lvl3pPr>
            <a:lvl4pPr algn="l">
              <a:buNone/>
              <a:defRPr sz="1800" b="0">
                <a:solidFill>
                  <a:srgbClr val="AAB8CC"/>
                </a:solidFill>
              </a:defRPr>
            </a:lvl4pPr>
            <a:lvl5pPr algn="l">
              <a:buNone/>
              <a:defRPr sz="1800" b="0">
                <a:solidFill>
                  <a:srgbClr val="AAB8CC"/>
                </a:solidFill>
              </a:defRPr>
            </a:lvl5pPr>
            <a:lvl6pPr algn="l">
              <a:buNone/>
              <a:defRPr sz="1800" b="0">
                <a:solidFill>
                  <a:srgbClr val="AAB8CC"/>
                </a:solidFill>
              </a:defRPr>
            </a:lvl6pPr>
            <a:lvl7pPr algn="l">
              <a:buNone/>
              <a:defRPr sz="1800" b="0">
                <a:solidFill>
                  <a:srgbClr val="AAB8CC"/>
                </a:solidFill>
              </a:defRPr>
            </a:lvl7pPr>
            <a:lvl8pPr algn="l">
              <a:buNone/>
              <a:defRPr sz="1800" b="0">
                <a:solidFill>
                  <a:srgbClr val="AAB8CC"/>
                </a:solidFill>
              </a:defRPr>
            </a:lvl8pPr>
            <a:lvl9pPr algn="l">
              <a:buNone/>
              <a:defRPr sz="180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AAB8CC"/>
                </a:solidFill>
              </a:defRPr>
            </a:pPr>
            <a:r>
              <a:rPr sz="1800" b="0">
                <a:solidFill>
                  <a:srgbClr val="AAB8CC"/>
                </a:solidFill>
              </a:rPr>
              <a:t>Цілісна мобільна смарт-система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47620-7BB7-4D4D-AFCA-2FC2ADB4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143000"/>
            <a:ext cx="76200" cy="409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49C1D-4A20-4416-A1B0-6BEEE87E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1475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4F7FB"/>
                </a:solidFill>
              </a:defRPr>
            </a:defPPr>
            <a:lvl1pPr algn="l">
              <a:buNone/>
              <a:defRPr sz="1500" b="1">
                <a:solidFill>
                  <a:srgbClr val="F4F7FB"/>
                </a:solidFill>
              </a:defRPr>
            </a:lvl1pPr>
            <a:lvl2pPr algn="l">
              <a:buNone/>
              <a:defRPr sz="1500" b="1">
                <a:solidFill>
                  <a:srgbClr val="F4F7FB"/>
                </a:solidFill>
              </a:defRPr>
            </a:lvl2pPr>
            <a:lvl3pPr algn="l">
              <a:buNone/>
              <a:defRPr sz="1500" b="1">
                <a:solidFill>
                  <a:srgbClr val="F4F7FB"/>
                </a:solidFill>
              </a:defRPr>
            </a:lvl3pPr>
            <a:lvl4pPr algn="l">
              <a:buNone/>
              <a:defRPr sz="1500" b="1">
                <a:solidFill>
                  <a:srgbClr val="F4F7FB"/>
                </a:solidFill>
              </a:defRPr>
            </a:lvl4pPr>
            <a:lvl5pPr algn="l">
              <a:buNone/>
              <a:defRPr sz="1500" b="1">
                <a:solidFill>
                  <a:srgbClr val="F4F7FB"/>
                </a:solidFill>
              </a:defRPr>
            </a:lvl5pPr>
            <a:lvl6pPr algn="l">
              <a:buNone/>
              <a:defRPr sz="1500" b="1">
                <a:solidFill>
                  <a:srgbClr val="F4F7FB"/>
                </a:solidFill>
              </a:defRPr>
            </a:lvl6pPr>
            <a:lvl7pPr algn="l">
              <a:buNone/>
              <a:defRPr sz="1500" b="1">
                <a:solidFill>
                  <a:srgbClr val="F4F7FB"/>
                </a:solidFill>
              </a:defRPr>
            </a:lvl7pPr>
            <a:lvl8pPr algn="l">
              <a:buNone/>
              <a:defRPr sz="1500" b="1">
                <a:solidFill>
                  <a:srgbClr val="F4F7FB"/>
                </a:solidFill>
              </a:defRPr>
            </a:lvl8pPr>
            <a:lvl9pPr algn="l">
              <a:buNone/>
              <a:defRPr sz="15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Гончаров Вадим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ОІ-43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877053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A8D4E-9A2E-49C5-85D1-164A7709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4F41C-5B2E-493E-B698-4270E3E7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Мета проєкту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A5E57-C2D7-45F7-BDEA-143E6313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090EA-7C1D-4CC5-8AF4-2E7050F5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907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Об’єднати sensor, edge ML, storage, cloud, actuator і Mock 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5C6B8-2A26-49DE-BE75-C70156EF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A2F17-6A08-4FE5-991F-C1E12B5F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05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Додати persistent user-configurable Smart Scenarios.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E3192-3BCD-4199-8FA7-FD794858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F1A8C-431B-471B-8534-AF96ED67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Перевірити lifecycle, offline recovery, migrations і performance.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742428-530A-413B-BF02-C952488E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904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F7777"/>
                </a:solidFill>
              </a:defRPr>
            </a:defPPr>
            <a:lvl1pPr algn="l">
              <a:buNone/>
              <a:defRPr sz="1950" b="1">
                <a:solidFill>
                  <a:srgbClr val="FF7777"/>
                </a:solidFill>
              </a:defRPr>
            </a:lvl1pPr>
            <a:lvl2pPr algn="l">
              <a:buNone/>
              <a:defRPr sz="1950" b="1">
                <a:solidFill>
                  <a:srgbClr val="FF7777"/>
                </a:solidFill>
              </a:defRPr>
            </a:lvl2pPr>
            <a:lvl3pPr algn="l">
              <a:buNone/>
              <a:defRPr sz="1950" b="1">
                <a:solidFill>
                  <a:srgbClr val="FF7777"/>
                </a:solidFill>
              </a:defRPr>
            </a:lvl3pPr>
            <a:lvl4pPr algn="l">
              <a:buNone/>
              <a:defRPr sz="1950" b="1">
                <a:solidFill>
                  <a:srgbClr val="FF7777"/>
                </a:solidFill>
              </a:defRPr>
            </a:lvl4pPr>
            <a:lvl5pPr algn="l">
              <a:buNone/>
              <a:defRPr sz="1950" b="1">
                <a:solidFill>
                  <a:srgbClr val="FF7777"/>
                </a:solidFill>
              </a:defRPr>
            </a:lvl5pPr>
            <a:lvl6pPr algn="l">
              <a:buNone/>
              <a:defRPr sz="1950" b="1">
                <a:solidFill>
                  <a:srgbClr val="FF7777"/>
                </a:solidFill>
              </a:defRPr>
            </a:lvl6pPr>
            <a:lvl7pPr algn="l">
              <a:buNone/>
              <a:defRPr sz="1950" b="1">
                <a:solidFill>
                  <a:srgbClr val="FF7777"/>
                </a:solidFill>
              </a:defRPr>
            </a:lvl7pPr>
            <a:lvl8pPr algn="l">
              <a:buNone/>
              <a:defRPr sz="1950" b="1">
                <a:solidFill>
                  <a:srgbClr val="FF7777"/>
                </a:solidFill>
              </a:defRPr>
            </a:lvl8pPr>
            <a:lvl9pPr algn="l">
              <a:buNone/>
              <a:defRPr sz="1950" b="1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FF7777"/>
                </a:solidFill>
              </a:defRPr>
            </a:pPr>
            <a:r>
              <a:rPr sz="1950" b="1">
                <a:solidFill>
                  <a:srgbClr val="FF7777"/>
                </a:solidFill>
              </a:rPr>
              <a:t>Навчальна система. Не медичний пристрій.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8C624-B381-4831-8CEE-6D769F4A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2F8C1-BBE9-419D-9004-272651D5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383738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3F6F1-6D19-43E9-9E2D-7719A8B9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D67F6-0014-450F-9733-BE5AD595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Технологічний стек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D521E-FBC3-4F1B-BAC9-5484DBA1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Kotlin + Compose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031AB-DE7F-466C-8509-2A7F0698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UI та ViewModels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B9037-98E2-4E6E-8613-F8B0823E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SensorManager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C916E-A227-4D5F-800B-3E5CEFDB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реальні XYZ callbacks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6FE14-AD7C-4B40-B828-CDDFFD2C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TensorFlow Lite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4302F-8CBA-40BF-92F6-49969BC0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[1,20,3] → [1,3]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E736D-27F8-438D-B128-D425C755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05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Room v6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A3564-212A-4B1D-A4E4-26EB3EF1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history, rules, executions, outbox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9E63A-E9CD-4F45-957B-B08BD262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Firebase + WorkManager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7FE67B-1891-42FB-A899-2FA748F1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9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durable delivery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ECE9D-8B0F-4C60-9844-791D0C9E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91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9D4C7"/>
                </a:solidFill>
              </a:defRPr>
            </a:defPPr>
            <a:lvl1pPr algn="l">
              <a:buNone/>
              <a:defRPr sz="1725" b="1">
                <a:solidFill>
                  <a:srgbClr val="39D4C7"/>
                </a:solidFill>
              </a:defRPr>
            </a:lvl1pPr>
            <a:lvl2pPr algn="l">
              <a:buNone/>
              <a:defRPr sz="1725" b="1">
                <a:solidFill>
                  <a:srgbClr val="39D4C7"/>
                </a:solidFill>
              </a:defRPr>
            </a:lvl2pPr>
            <a:lvl3pPr algn="l">
              <a:buNone/>
              <a:defRPr sz="1725" b="1">
                <a:solidFill>
                  <a:srgbClr val="39D4C7"/>
                </a:solidFill>
              </a:defRPr>
            </a:lvl3pPr>
            <a:lvl4pPr algn="l">
              <a:buNone/>
              <a:defRPr sz="1725" b="1">
                <a:solidFill>
                  <a:srgbClr val="39D4C7"/>
                </a:solidFill>
              </a:defRPr>
            </a:lvl4pPr>
            <a:lvl5pPr algn="l">
              <a:buNone/>
              <a:defRPr sz="1725" b="1">
                <a:solidFill>
                  <a:srgbClr val="39D4C7"/>
                </a:solidFill>
              </a:defRPr>
            </a:lvl5pPr>
            <a:lvl6pPr algn="l">
              <a:buNone/>
              <a:defRPr sz="1725" b="1">
                <a:solidFill>
                  <a:srgbClr val="39D4C7"/>
                </a:solidFill>
              </a:defRPr>
            </a:lvl6pPr>
            <a:lvl7pPr algn="l">
              <a:buNone/>
              <a:defRPr sz="1725" b="1">
                <a:solidFill>
                  <a:srgbClr val="39D4C7"/>
                </a:solidFill>
              </a:defRPr>
            </a:lvl7pPr>
            <a:lvl8pPr algn="l">
              <a:buNone/>
              <a:defRPr sz="1725" b="1">
                <a:solidFill>
                  <a:srgbClr val="39D4C7"/>
                </a:solidFill>
              </a:defRPr>
            </a:lvl8pPr>
            <a:lvl9pPr algn="l">
              <a:buNone/>
              <a:defRPr sz="17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39D4C7"/>
                </a:solidFill>
              </a:defRPr>
            </a:pPr>
            <a:r>
              <a:rPr sz="1725" b="1">
                <a:solidFill>
                  <a:srgbClr val="39D4C7"/>
                </a:solidFill>
              </a:rPr>
              <a:t>Mock 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7C2FB-FBEC-46EA-826E-51D62B68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VirtualSleepBand + ALERT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41069-487C-4BF3-9F58-BB0005BA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E1B31-A730-4DC1-A6D2-69CA8977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185351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A2BE1-E950-4F04-97EF-976FE914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F79AD-0300-40C7-A615-35A8308B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Архітектура компонентів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FE4A9-DEE9-40B7-A446-3CD389E1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AB8CC"/>
                </a:solidFill>
              </a:defRPr>
            </a:defPPr>
            <a:lvl1pPr algn="l">
              <a:buNone/>
              <a:defRPr sz="1200" b="0">
                <a:solidFill>
                  <a:srgbClr val="AAB8CC"/>
                </a:solidFill>
              </a:defRPr>
            </a:lvl1pPr>
            <a:lvl2pPr algn="l">
              <a:buNone/>
              <a:defRPr sz="1200" b="0">
                <a:solidFill>
                  <a:srgbClr val="AAB8CC"/>
                </a:solidFill>
              </a:defRPr>
            </a:lvl2pPr>
            <a:lvl3pPr algn="l">
              <a:buNone/>
              <a:defRPr sz="1200" b="0">
                <a:solidFill>
                  <a:srgbClr val="AAB8CC"/>
                </a:solidFill>
              </a:defRPr>
            </a:lvl3pPr>
            <a:lvl4pPr algn="l">
              <a:buNone/>
              <a:defRPr sz="1200" b="0">
                <a:solidFill>
                  <a:srgbClr val="AAB8CC"/>
                </a:solidFill>
              </a:defRPr>
            </a:lvl4pPr>
            <a:lvl5pPr algn="l">
              <a:buNone/>
              <a:defRPr sz="1200" b="0">
                <a:solidFill>
                  <a:srgbClr val="AAB8CC"/>
                </a:solidFill>
              </a:defRPr>
            </a:lvl5pPr>
            <a:lvl6pPr algn="l">
              <a:buNone/>
              <a:defRPr sz="1200" b="0">
                <a:solidFill>
                  <a:srgbClr val="AAB8CC"/>
                </a:solidFill>
              </a:defRPr>
            </a:lvl6pPr>
            <a:lvl7pPr algn="l">
              <a:buNone/>
              <a:defRPr sz="1200" b="0">
                <a:solidFill>
                  <a:srgbClr val="AAB8CC"/>
                </a:solidFill>
              </a:defRPr>
            </a:lvl7pPr>
            <a:lvl8pPr algn="l">
              <a:buNone/>
              <a:defRPr sz="1200" b="0">
                <a:solidFill>
                  <a:srgbClr val="AAB8CC"/>
                </a:solidFill>
              </a:defRPr>
            </a:lvl8pPr>
            <a:lvl9pPr algn="l">
              <a:buNone/>
              <a:defRPr sz="120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AAB8CC"/>
                </a:solidFill>
              </a:defRPr>
            </a:pPr>
            <a:r>
              <a:rPr sz="1200" b="0">
                <a:solidFill>
                  <a:srgbClr val="AAB8CC"/>
                </a:solidFill>
              </a:rPr>
              <a:t>Один sensor pipeline, кілька контрольованих consumers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AFDB9-69AF-4678-8032-783098BB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34985-6BF3-4894-9186-669CFCB0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SensorManager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59738-80CD-48B2-A77C-81B18E3A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90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FE8F9-5F6A-4867-9DB6-877442DF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86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SensorViewModel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57A132-E06F-48E9-8105-99DFE985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E40D-ED53-4B39-8D65-345A253E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24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TFLite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416938-D1FC-447C-BB6A-989DF70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52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F9031-5050-42A8-90D2-07302481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Rule Engine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7B911-4B9E-4AE6-83D8-20D5A0C6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428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FD07D-850A-4868-AA38-3EE43DC8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24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Room v6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7F33F-8A12-44B2-B6E9-6EDCAA1E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52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8E50B-715E-43F6-B796-63EC2FA6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Actuator / 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49D86-157F-4FD5-A0C4-F73B5137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428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E0C561-EC8E-4D3B-B35C-5A0D09F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524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Firebase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61ECC6-762E-4AA2-9EFC-9A6B1F7B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52750"/>
            <a:ext cx="166687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D30"/>
          </a:solidFill>
          <a:ln xmlns:a="http://schemas.openxmlformats.org/drawingml/2006/main" w="9525">
            <a:solidFill>
              <a:srgbClr val="33445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F99305-3524-4CC6-ABCE-30BD987C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48000"/>
            <a:ext cx="147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B"/>
                </a:solidFill>
              </a:defRPr>
            </a:defPPr>
            <a:lvl1pPr algn="ctr">
              <a:buNone/>
              <a:defRPr sz="1275" b="1">
                <a:solidFill>
                  <a:srgbClr val="F4F7FB"/>
                </a:solidFill>
              </a:defRPr>
            </a:lvl1pPr>
            <a:lvl2pPr algn="ctr">
              <a:buNone/>
              <a:defRPr sz="1275" b="1">
                <a:solidFill>
                  <a:srgbClr val="F4F7FB"/>
                </a:solidFill>
              </a:defRPr>
            </a:lvl2pPr>
            <a:lvl3pPr algn="ctr">
              <a:buNone/>
              <a:defRPr sz="1275" b="1">
                <a:solidFill>
                  <a:srgbClr val="F4F7FB"/>
                </a:solidFill>
              </a:defRPr>
            </a:lvl3pPr>
            <a:lvl4pPr algn="ctr">
              <a:buNone/>
              <a:defRPr sz="1275" b="1">
                <a:solidFill>
                  <a:srgbClr val="F4F7FB"/>
                </a:solidFill>
              </a:defRPr>
            </a:lvl4pPr>
            <a:lvl5pPr algn="ctr">
              <a:buNone/>
              <a:defRPr sz="1275" b="1">
                <a:solidFill>
                  <a:srgbClr val="F4F7FB"/>
                </a:solidFill>
              </a:defRPr>
            </a:lvl5pPr>
            <a:lvl6pPr algn="ctr">
              <a:buNone/>
              <a:defRPr sz="1275" b="1">
                <a:solidFill>
                  <a:srgbClr val="F4F7FB"/>
                </a:solidFill>
              </a:defRPr>
            </a:lvl6pPr>
            <a:lvl7pPr algn="ctr">
              <a:buNone/>
              <a:defRPr sz="1275" b="1">
                <a:solidFill>
                  <a:srgbClr val="F4F7FB"/>
                </a:solidFill>
              </a:defRPr>
            </a:lvl7pPr>
            <a:lvl8pPr algn="ctr">
              <a:buNone/>
              <a:defRPr sz="1275" b="1">
                <a:solidFill>
                  <a:srgbClr val="F4F7FB"/>
                </a:solidFill>
              </a:defRPr>
            </a:lvl8pPr>
            <a:lvl9pPr algn="ctr">
              <a:buNone/>
              <a:defRPr sz="1275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Dashboard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6AE04F-5A19-4CF2-82D3-E8118A42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AAB8CC"/>
                </a:solidFill>
              </a:defRPr>
            </a:defPPr>
            <a:lvl1pPr algn="l">
              <a:buNone/>
              <a:defRPr sz="1650" b="0">
                <a:solidFill>
                  <a:srgbClr val="AAB8CC"/>
                </a:solidFill>
              </a:defRPr>
            </a:lvl1pPr>
            <a:lvl2pPr algn="l">
              <a:buNone/>
              <a:defRPr sz="1650" b="0">
                <a:solidFill>
                  <a:srgbClr val="AAB8CC"/>
                </a:solidFill>
              </a:defRPr>
            </a:lvl2pPr>
            <a:lvl3pPr algn="l">
              <a:buNone/>
              <a:defRPr sz="1650" b="0">
                <a:solidFill>
                  <a:srgbClr val="AAB8CC"/>
                </a:solidFill>
              </a:defRPr>
            </a:lvl3pPr>
            <a:lvl4pPr algn="l">
              <a:buNone/>
              <a:defRPr sz="1650" b="0">
                <a:solidFill>
                  <a:srgbClr val="AAB8CC"/>
                </a:solidFill>
              </a:defRPr>
            </a:lvl4pPr>
            <a:lvl5pPr algn="l">
              <a:buNone/>
              <a:defRPr sz="1650" b="0">
                <a:solidFill>
                  <a:srgbClr val="AAB8CC"/>
                </a:solidFill>
              </a:defRPr>
            </a:lvl5pPr>
            <a:lvl6pPr algn="l">
              <a:buNone/>
              <a:defRPr sz="1650" b="0">
                <a:solidFill>
                  <a:srgbClr val="AAB8CC"/>
                </a:solidFill>
              </a:defRPr>
            </a:lvl6pPr>
            <a:lvl7pPr algn="l">
              <a:buNone/>
              <a:defRPr sz="1650" b="0">
                <a:solidFill>
                  <a:srgbClr val="AAB8CC"/>
                </a:solidFill>
              </a:defRPr>
            </a:lvl7pPr>
            <a:lvl8pPr algn="l">
              <a:buNone/>
              <a:defRPr sz="1650" b="0">
                <a:solidFill>
                  <a:srgbClr val="AAB8CC"/>
                </a:solidFill>
              </a:defRPr>
            </a:lvl8pPr>
            <a:lvl9pPr algn="l">
              <a:buNone/>
              <a:defRPr sz="165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AAB8CC"/>
                </a:solidFill>
              </a:defRPr>
            </a:pPr>
            <a:r>
              <a:rPr sz="1650" b="0">
                <a:solidFill>
                  <a:srgbClr val="AAB8CC"/>
                </a:solidFill>
              </a:rPr>
              <a:t>Room atomically creates execution plus gated outbox. BLE and Firebase remain external.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4F051-94D6-4F32-9B94-79B9F1C9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C2BE10-E1B4-4714-A595-290CE0C9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904076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D74A9-A4E9-445C-B706-32C12235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E8C13-751D-45E0-8DDB-6F700C76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Sensor acquisition та TFLite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FE79B-25B7-40DB-9A20-1B9CE8D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39D4C7"/>
                </a:solidFill>
              </a:defRPr>
            </a:defPPr>
            <a:lvl1pPr algn="l">
              <a:buNone/>
              <a:defRPr sz="3900" b="1">
                <a:solidFill>
                  <a:srgbClr val="39D4C7"/>
                </a:solidFill>
              </a:defRPr>
            </a:lvl1pPr>
            <a:lvl2pPr algn="l">
              <a:buNone/>
              <a:defRPr sz="3900" b="1">
                <a:solidFill>
                  <a:srgbClr val="39D4C7"/>
                </a:solidFill>
              </a:defRPr>
            </a:lvl2pPr>
            <a:lvl3pPr algn="l">
              <a:buNone/>
              <a:defRPr sz="3900" b="1">
                <a:solidFill>
                  <a:srgbClr val="39D4C7"/>
                </a:solidFill>
              </a:defRPr>
            </a:lvl3pPr>
            <a:lvl4pPr algn="l">
              <a:buNone/>
              <a:defRPr sz="3900" b="1">
                <a:solidFill>
                  <a:srgbClr val="39D4C7"/>
                </a:solidFill>
              </a:defRPr>
            </a:lvl4pPr>
            <a:lvl5pPr algn="l">
              <a:buNone/>
              <a:defRPr sz="3900" b="1">
                <a:solidFill>
                  <a:srgbClr val="39D4C7"/>
                </a:solidFill>
              </a:defRPr>
            </a:lvl5pPr>
            <a:lvl6pPr algn="l">
              <a:buNone/>
              <a:defRPr sz="3900" b="1">
                <a:solidFill>
                  <a:srgbClr val="39D4C7"/>
                </a:solidFill>
              </a:defRPr>
            </a:lvl6pPr>
            <a:lvl7pPr algn="l">
              <a:buNone/>
              <a:defRPr sz="3900" b="1">
                <a:solidFill>
                  <a:srgbClr val="39D4C7"/>
                </a:solidFill>
              </a:defRPr>
            </a:lvl7pPr>
            <a:lvl8pPr algn="l">
              <a:buNone/>
              <a:defRPr sz="3900" b="1">
                <a:solidFill>
                  <a:srgbClr val="39D4C7"/>
                </a:solidFill>
              </a:defRPr>
            </a:lvl8pPr>
            <a:lvl9pPr algn="l">
              <a:buNone/>
              <a:defRPr sz="390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3900" b="1">
                <a:solidFill>
                  <a:srgbClr val="39D4C7"/>
                </a:solidFill>
              </a:defRPr>
            </a:pPr>
            <a:r>
              <a:rPr sz="3900" b="1">
                <a:solidFill>
                  <a:srgbClr val="39D4C7"/>
                </a:solidFill>
              </a:rPr>
              <a:t>20 ×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E2E22-BCD8-45C9-921F-0DE9AC06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AB8CC"/>
                </a:solidFill>
              </a:defRPr>
            </a:defPPr>
            <a:lvl1pPr algn="l">
              <a:buNone/>
              <a:defRPr sz="1350" b="0">
                <a:solidFill>
                  <a:srgbClr val="AAB8CC"/>
                </a:solidFill>
              </a:defRPr>
            </a:lvl1pPr>
            <a:lvl2pPr algn="l">
              <a:buNone/>
              <a:defRPr sz="1350" b="0">
                <a:solidFill>
                  <a:srgbClr val="AAB8CC"/>
                </a:solidFill>
              </a:defRPr>
            </a:lvl2pPr>
            <a:lvl3pPr algn="l">
              <a:buNone/>
              <a:defRPr sz="1350" b="0">
                <a:solidFill>
                  <a:srgbClr val="AAB8CC"/>
                </a:solidFill>
              </a:defRPr>
            </a:lvl3pPr>
            <a:lvl4pPr algn="l">
              <a:buNone/>
              <a:defRPr sz="1350" b="0">
                <a:solidFill>
                  <a:srgbClr val="AAB8CC"/>
                </a:solidFill>
              </a:defRPr>
            </a:lvl4pPr>
            <a:lvl5pPr algn="l">
              <a:buNone/>
              <a:defRPr sz="1350" b="0">
                <a:solidFill>
                  <a:srgbClr val="AAB8CC"/>
                </a:solidFill>
              </a:defRPr>
            </a:lvl5pPr>
            <a:lvl6pPr algn="l">
              <a:buNone/>
              <a:defRPr sz="1350" b="0">
                <a:solidFill>
                  <a:srgbClr val="AAB8CC"/>
                </a:solidFill>
              </a:defRPr>
            </a:lvl6pPr>
            <a:lvl7pPr algn="l">
              <a:buNone/>
              <a:defRPr sz="1350" b="0">
                <a:solidFill>
                  <a:srgbClr val="AAB8CC"/>
                </a:solidFill>
              </a:defRPr>
            </a:lvl7pPr>
            <a:lvl8pPr algn="l">
              <a:buNone/>
              <a:defRPr sz="1350" b="0">
                <a:solidFill>
                  <a:srgbClr val="AAB8CC"/>
                </a:solidFill>
              </a:defRPr>
            </a:lvl8pPr>
            <a:lvl9pPr algn="l">
              <a:buNone/>
              <a:defRPr sz="135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AAB8CC"/>
                </a:solidFill>
              </a:defRPr>
            </a:pPr>
            <a:r>
              <a:rPr sz="1350" b="0">
                <a:solidFill>
                  <a:srgbClr val="AAB8CC"/>
                </a:solidFill>
              </a:rPr>
              <a:t>ковзне вікно X/Y/Z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BA4BE-1FC6-4D58-8638-89ACCD49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52625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REST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RESTLESS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ACTIVE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2EF7B-46B2-4224-9A59-1423D534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38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75" b="1">
                <a:solidFill>
                  <a:srgbClr val="9187FF"/>
                </a:solidFill>
              </a:defRPr>
            </a:defPPr>
            <a:lvl1pPr algn="l">
              <a:buNone/>
              <a:defRPr sz="3375" b="1">
                <a:solidFill>
                  <a:srgbClr val="9187FF"/>
                </a:solidFill>
              </a:defRPr>
            </a:lvl1pPr>
            <a:lvl2pPr algn="l">
              <a:buNone/>
              <a:defRPr sz="3375" b="1">
                <a:solidFill>
                  <a:srgbClr val="9187FF"/>
                </a:solidFill>
              </a:defRPr>
            </a:lvl2pPr>
            <a:lvl3pPr algn="l">
              <a:buNone/>
              <a:defRPr sz="3375" b="1">
                <a:solidFill>
                  <a:srgbClr val="9187FF"/>
                </a:solidFill>
              </a:defRPr>
            </a:lvl3pPr>
            <a:lvl4pPr algn="l">
              <a:buNone/>
              <a:defRPr sz="3375" b="1">
                <a:solidFill>
                  <a:srgbClr val="9187FF"/>
                </a:solidFill>
              </a:defRPr>
            </a:lvl4pPr>
            <a:lvl5pPr algn="l">
              <a:buNone/>
              <a:defRPr sz="3375" b="1">
                <a:solidFill>
                  <a:srgbClr val="9187FF"/>
                </a:solidFill>
              </a:defRPr>
            </a:lvl5pPr>
            <a:lvl6pPr algn="l">
              <a:buNone/>
              <a:defRPr sz="3375" b="1">
                <a:solidFill>
                  <a:srgbClr val="9187FF"/>
                </a:solidFill>
              </a:defRPr>
            </a:lvl6pPr>
            <a:lvl7pPr algn="l">
              <a:buNone/>
              <a:defRPr sz="3375" b="1">
                <a:solidFill>
                  <a:srgbClr val="9187FF"/>
                </a:solidFill>
              </a:defRPr>
            </a:lvl7pPr>
            <a:lvl8pPr algn="l">
              <a:buNone/>
              <a:defRPr sz="3375" b="1">
                <a:solidFill>
                  <a:srgbClr val="9187FF"/>
                </a:solidFill>
              </a:defRPr>
            </a:lvl8pPr>
            <a:lvl9pPr algn="l">
              <a:buNone/>
              <a:defRPr sz="3375" b="1">
                <a:solidFill>
                  <a:srgbClr val="9187FF"/>
                </a:solidFill>
              </a:defRPr>
            </a:lvl9pPr>
          </a:lstStyle>
          <a:p xmlns:a="http://schemas.openxmlformats.org/drawingml/2006/main">
            <a:pPr algn="l">
              <a:buNone/>
              <a:defRPr sz="3375" b="1">
                <a:solidFill>
                  <a:srgbClr val="9187FF"/>
                </a:solidFill>
              </a:defRPr>
            </a:pPr>
            <a:r>
              <a:rPr sz="3375" b="1">
                <a:solidFill>
                  <a:srgbClr val="9187FF"/>
                </a:solidFill>
              </a:rPr>
              <a:t>97,22%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A1ECF-5891-48CA-B01C-77C5771B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813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AB8CC"/>
                </a:solidFill>
              </a:defRPr>
            </a:defPPr>
            <a:lvl1pPr algn="l">
              <a:buNone/>
              <a:defRPr sz="1275" b="0">
                <a:solidFill>
                  <a:srgbClr val="AAB8CC"/>
                </a:solidFill>
              </a:defRPr>
            </a:lvl1pPr>
            <a:lvl2pPr algn="l">
              <a:buNone/>
              <a:defRPr sz="1275" b="0">
                <a:solidFill>
                  <a:srgbClr val="AAB8CC"/>
                </a:solidFill>
              </a:defRPr>
            </a:lvl2pPr>
            <a:lvl3pPr algn="l">
              <a:buNone/>
              <a:defRPr sz="1275" b="0">
                <a:solidFill>
                  <a:srgbClr val="AAB8CC"/>
                </a:solidFill>
              </a:defRPr>
            </a:lvl3pPr>
            <a:lvl4pPr algn="l">
              <a:buNone/>
              <a:defRPr sz="1275" b="0">
                <a:solidFill>
                  <a:srgbClr val="AAB8CC"/>
                </a:solidFill>
              </a:defRPr>
            </a:lvl4pPr>
            <a:lvl5pPr algn="l">
              <a:buNone/>
              <a:defRPr sz="1275" b="0">
                <a:solidFill>
                  <a:srgbClr val="AAB8CC"/>
                </a:solidFill>
              </a:defRPr>
            </a:lvl5pPr>
            <a:lvl6pPr algn="l">
              <a:buNone/>
              <a:defRPr sz="1275" b="0">
                <a:solidFill>
                  <a:srgbClr val="AAB8CC"/>
                </a:solidFill>
              </a:defRPr>
            </a:lvl6pPr>
            <a:lvl7pPr algn="l">
              <a:buNone/>
              <a:defRPr sz="1275" b="0">
                <a:solidFill>
                  <a:srgbClr val="AAB8CC"/>
                </a:solidFill>
              </a:defRPr>
            </a:lvl7pPr>
            <a:lvl8pPr algn="l">
              <a:buNone/>
              <a:defRPr sz="1275" b="0">
                <a:solidFill>
                  <a:srgbClr val="AAB8CC"/>
                </a:solidFill>
              </a:defRPr>
            </a:lvl8pPr>
            <a:lvl9pPr algn="l">
              <a:buNone/>
              <a:defRPr sz="127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AAB8CC"/>
                </a:solidFill>
              </a:defRPr>
            </a:pPr>
            <a:r>
              <a:rPr sz="1275" b="0">
                <a:solidFill>
                  <a:srgbClr val="AAB8CC"/>
                </a:solidFill>
              </a:rPr>
              <a:t>900 synthetic test windows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2A630-9B11-457F-82AB-00376B27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F7777"/>
                </a:solidFill>
              </a:defRPr>
            </a:defPPr>
            <a:lvl1pPr algn="l">
              <a:buNone/>
              <a:defRPr sz="1800" b="1">
                <a:solidFill>
                  <a:srgbClr val="FF7777"/>
                </a:solidFill>
              </a:defRPr>
            </a:lvl1pPr>
            <a:lvl2pPr algn="l">
              <a:buNone/>
              <a:defRPr sz="1800" b="1">
                <a:solidFill>
                  <a:srgbClr val="FF7777"/>
                </a:solidFill>
              </a:defRPr>
            </a:lvl2pPr>
            <a:lvl3pPr algn="l">
              <a:buNone/>
              <a:defRPr sz="1800" b="1">
                <a:solidFill>
                  <a:srgbClr val="FF7777"/>
                </a:solidFill>
              </a:defRPr>
            </a:lvl3pPr>
            <a:lvl4pPr algn="l">
              <a:buNone/>
              <a:defRPr sz="1800" b="1">
                <a:solidFill>
                  <a:srgbClr val="FF7777"/>
                </a:solidFill>
              </a:defRPr>
            </a:lvl4pPr>
            <a:lvl5pPr algn="l">
              <a:buNone/>
              <a:defRPr sz="1800" b="1">
                <a:solidFill>
                  <a:srgbClr val="FF7777"/>
                </a:solidFill>
              </a:defRPr>
            </a:lvl5pPr>
            <a:lvl6pPr algn="l">
              <a:buNone/>
              <a:defRPr sz="1800" b="1">
                <a:solidFill>
                  <a:srgbClr val="FF7777"/>
                </a:solidFill>
              </a:defRPr>
            </a:lvl6pPr>
            <a:lvl7pPr algn="l">
              <a:buNone/>
              <a:defRPr sz="1800" b="1">
                <a:solidFill>
                  <a:srgbClr val="FF7777"/>
                </a:solidFill>
              </a:defRPr>
            </a:lvl7pPr>
            <a:lvl8pPr algn="l">
              <a:buNone/>
              <a:defRPr sz="1800" b="1">
                <a:solidFill>
                  <a:srgbClr val="FF7777"/>
                </a:solidFill>
              </a:defRPr>
            </a:lvl8pPr>
            <a:lvl9pPr algn="l">
              <a:buNone/>
              <a:defRPr sz="1800" b="1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7777"/>
                </a:solidFill>
              </a:defRPr>
            </a:pPr>
            <a:r>
              <a:rPr sz="1800" b="1">
                <a:solidFill>
                  <a:srgbClr val="FF7777"/>
                </a:solidFill>
              </a:rPr>
              <a:t>Класи руху, не клінічні стадії сну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ECA90-8E79-446A-A16B-795F01A2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FC8CA-A815-4EA2-B7EF-71BDE3B3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543898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3FD7C-3BB7-4F0C-B43B-75FC6578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E86FA-6206-4756-B84C-A319DA1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Smart Scenarios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511C9-86FE-4CDC-BC69-34EF37C0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AB8CC"/>
                </a:solidFill>
              </a:defRPr>
            </a:defPPr>
            <a:lvl1pPr algn="l">
              <a:buNone/>
              <a:defRPr sz="1200" b="0">
                <a:solidFill>
                  <a:srgbClr val="AAB8CC"/>
                </a:solidFill>
              </a:defRPr>
            </a:lvl1pPr>
            <a:lvl2pPr algn="l">
              <a:buNone/>
              <a:defRPr sz="1200" b="0">
                <a:solidFill>
                  <a:srgbClr val="AAB8CC"/>
                </a:solidFill>
              </a:defRPr>
            </a:lvl2pPr>
            <a:lvl3pPr algn="l">
              <a:buNone/>
              <a:defRPr sz="1200" b="0">
                <a:solidFill>
                  <a:srgbClr val="AAB8CC"/>
                </a:solidFill>
              </a:defRPr>
            </a:lvl3pPr>
            <a:lvl4pPr algn="l">
              <a:buNone/>
              <a:defRPr sz="1200" b="0">
                <a:solidFill>
                  <a:srgbClr val="AAB8CC"/>
                </a:solidFill>
              </a:defRPr>
            </a:lvl4pPr>
            <a:lvl5pPr algn="l">
              <a:buNone/>
              <a:defRPr sz="1200" b="0">
                <a:solidFill>
                  <a:srgbClr val="AAB8CC"/>
                </a:solidFill>
              </a:defRPr>
            </a:lvl5pPr>
            <a:lvl6pPr algn="l">
              <a:buNone/>
              <a:defRPr sz="1200" b="0">
                <a:solidFill>
                  <a:srgbClr val="AAB8CC"/>
                </a:solidFill>
              </a:defRPr>
            </a:lvl6pPr>
            <a:lvl7pPr algn="l">
              <a:buNone/>
              <a:defRPr sz="1200" b="0">
                <a:solidFill>
                  <a:srgbClr val="AAB8CC"/>
                </a:solidFill>
              </a:defRPr>
            </a:lvl7pPr>
            <a:lvl8pPr algn="l">
              <a:buNone/>
              <a:defRPr sz="1200" b="0">
                <a:solidFill>
                  <a:srgbClr val="AAB8CC"/>
                </a:solidFill>
              </a:defRPr>
            </a:lvl8pPr>
            <a:lvl9pPr algn="l">
              <a:buNone/>
              <a:defRPr sz="120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AAB8CC"/>
                </a:solidFill>
              </a:defRPr>
            </a:pPr>
            <a:r>
              <a:rPr sz="1200" b="0">
                <a:solidFill>
                  <a:srgbClr val="AAB8CC"/>
                </a:solidFill>
              </a:rPr>
              <a:t>Приклад користувацького правила: X &gt; 10 m/s², три збіги, vibration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6086B-2560-4456-B663-2B17103CDA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04e30ba2f4af0"/>
          <a:stretch xmlns:a="http://schemas.openxmlformats.org/drawingml/2006/main"/>
        </p:blipFill>
        <p:spPr>
          <a:xfrm xmlns:a="http://schemas.openxmlformats.org/drawingml/2006/main">
            <a:off x="1653935" y="1857375"/>
            <a:ext cx="1835630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72A8F-B462-41C8-A31C-CCA2D860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47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39D4C7"/>
                </a:solidFill>
              </a:defRPr>
            </a:defPPr>
            <a:lvl1pPr algn="l">
              <a:buNone/>
              <a:defRPr sz="2025" b="1">
                <a:solidFill>
                  <a:srgbClr val="39D4C7"/>
                </a:solidFill>
              </a:defRPr>
            </a:lvl1pPr>
            <a:lvl2pPr algn="l">
              <a:buNone/>
              <a:defRPr sz="2025" b="1">
                <a:solidFill>
                  <a:srgbClr val="39D4C7"/>
                </a:solidFill>
              </a:defRPr>
            </a:lvl2pPr>
            <a:lvl3pPr algn="l">
              <a:buNone/>
              <a:defRPr sz="2025" b="1">
                <a:solidFill>
                  <a:srgbClr val="39D4C7"/>
                </a:solidFill>
              </a:defRPr>
            </a:lvl3pPr>
            <a:lvl4pPr algn="l">
              <a:buNone/>
              <a:defRPr sz="2025" b="1">
                <a:solidFill>
                  <a:srgbClr val="39D4C7"/>
                </a:solidFill>
              </a:defRPr>
            </a:lvl4pPr>
            <a:lvl5pPr algn="l">
              <a:buNone/>
              <a:defRPr sz="2025" b="1">
                <a:solidFill>
                  <a:srgbClr val="39D4C7"/>
                </a:solidFill>
              </a:defRPr>
            </a:lvl5pPr>
            <a:lvl6pPr algn="l">
              <a:buNone/>
              <a:defRPr sz="2025" b="1">
                <a:solidFill>
                  <a:srgbClr val="39D4C7"/>
                </a:solidFill>
              </a:defRPr>
            </a:lvl6pPr>
            <a:lvl7pPr algn="l">
              <a:buNone/>
              <a:defRPr sz="2025" b="1">
                <a:solidFill>
                  <a:srgbClr val="39D4C7"/>
                </a:solidFill>
              </a:defRPr>
            </a:lvl7pPr>
            <a:lvl8pPr algn="l">
              <a:buNone/>
              <a:defRPr sz="2025" b="1">
                <a:solidFill>
                  <a:srgbClr val="39D4C7"/>
                </a:solidFill>
              </a:defRPr>
            </a:lvl8pPr>
            <a:lvl9pPr algn="l">
              <a:buNone/>
              <a:defRPr sz="2025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39D4C7"/>
                </a:solidFill>
              </a:defRPr>
            </a:pPr>
            <a:r>
              <a:rPr sz="2025" b="1">
                <a:solidFill>
                  <a:srgbClr val="39D4C7"/>
                </a:solidFill>
              </a:rPr>
              <a:t>Pure engine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12279-F941-4257-B909-A0B2E712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6700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76909-F8A3-41BE-B79D-7952CA2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6700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Typed source, operator та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4DF45-CBE9-4E54-A002-6E01FE8B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575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62296-FB32-426C-A1E4-81DE354D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2575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Rising edge та rearm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3F433-F00C-4D7E-88D7-A2A6F5E7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4810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7C6C7-C33F-49D1-A155-F6035A3D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84810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Cooldown 5000 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F8139-B7DB-4600-BA3C-8FA9F115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386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A6509-0D8D-4E6D-8CE2-7CB28A3F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386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Room persistence та execution log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B94B9-8B04-46CF-96C7-2E9D5B8C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719BB1-03DC-4AEB-9A60-0394338B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71878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D1D3E-FFA0-4938-98D9-23159749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D119A-9BD6-4EC0-B623-B7851362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Локальне та хмарне зберігання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94BA6-D9BC-4533-930F-318C1CCA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39D4C7"/>
                </a:solidFill>
              </a:defRPr>
            </a:defPPr>
            <a:lvl1pPr algn="l">
              <a:buNone/>
              <a:defRPr sz="2850" b="1">
                <a:solidFill>
                  <a:srgbClr val="39D4C7"/>
                </a:solidFill>
              </a:defRPr>
            </a:lvl1pPr>
            <a:lvl2pPr algn="l">
              <a:buNone/>
              <a:defRPr sz="2850" b="1">
                <a:solidFill>
                  <a:srgbClr val="39D4C7"/>
                </a:solidFill>
              </a:defRPr>
            </a:lvl2pPr>
            <a:lvl3pPr algn="l">
              <a:buNone/>
              <a:defRPr sz="2850" b="1">
                <a:solidFill>
                  <a:srgbClr val="39D4C7"/>
                </a:solidFill>
              </a:defRPr>
            </a:lvl3pPr>
            <a:lvl4pPr algn="l">
              <a:buNone/>
              <a:defRPr sz="2850" b="1">
                <a:solidFill>
                  <a:srgbClr val="39D4C7"/>
                </a:solidFill>
              </a:defRPr>
            </a:lvl4pPr>
            <a:lvl5pPr algn="l">
              <a:buNone/>
              <a:defRPr sz="2850" b="1">
                <a:solidFill>
                  <a:srgbClr val="39D4C7"/>
                </a:solidFill>
              </a:defRPr>
            </a:lvl5pPr>
            <a:lvl6pPr algn="l">
              <a:buNone/>
              <a:defRPr sz="2850" b="1">
                <a:solidFill>
                  <a:srgbClr val="39D4C7"/>
                </a:solidFill>
              </a:defRPr>
            </a:lvl6pPr>
            <a:lvl7pPr algn="l">
              <a:buNone/>
              <a:defRPr sz="2850" b="1">
                <a:solidFill>
                  <a:srgbClr val="39D4C7"/>
                </a:solidFill>
              </a:defRPr>
            </a:lvl7pPr>
            <a:lvl8pPr algn="l">
              <a:buNone/>
              <a:defRPr sz="2850" b="1">
                <a:solidFill>
                  <a:srgbClr val="39D4C7"/>
                </a:solidFill>
              </a:defRPr>
            </a:lvl8pPr>
            <a:lvl9pPr algn="l">
              <a:buNone/>
              <a:defRPr sz="28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39D4C7"/>
                </a:solidFill>
              </a:defRPr>
            </a:pPr>
            <a:r>
              <a:rPr sz="2850" b="1">
                <a:solidFill>
                  <a:srgbClr val="39D4C7"/>
                </a:solidFill>
              </a:rPr>
              <a:t>Room v6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34061-F6F6-45D1-B680-D5C01408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3810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sensor_records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smart_rules + executions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cloud_active_session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gated cloud_outbox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6986D-25A6-419F-A247-BD89483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9187FF"/>
                </a:solidFill>
              </a:defRPr>
            </a:defPPr>
            <a:lvl1pPr algn="l">
              <a:buNone/>
              <a:defRPr sz="2850" b="1">
                <a:solidFill>
                  <a:srgbClr val="9187FF"/>
                </a:solidFill>
              </a:defRPr>
            </a:lvl1pPr>
            <a:lvl2pPr algn="l">
              <a:buNone/>
              <a:defRPr sz="2850" b="1">
                <a:solidFill>
                  <a:srgbClr val="9187FF"/>
                </a:solidFill>
              </a:defRPr>
            </a:lvl2pPr>
            <a:lvl3pPr algn="l">
              <a:buNone/>
              <a:defRPr sz="2850" b="1">
                <a:solidFill>
                  <a:srgbClr val="9187FF"/>
                </a:solidFill>
              </a:defRPr>
            </a:lvl3pPr>
            <a:lvl4pPr algn="l">
              <a:buNone/>
              <a:defRPr sz="2850" b="1">
                <a:solidFill>
                  <a:srgbClr val="9187FF"/>
                </a:solidFill>
              </a:defRPr>
            </a:lvl4pPr>
            <a:lvl5pPr algn="l">
              <a:buNone/>
              <a:defRPr sz="2850" b="1">
                <a:solidFill>
                  <a:srgbClr val="9187FF"/>
                </a:solidFill>
              </a:defRPr>
            </a:lvl5pPr>
            <a:lvl6pPr algn="l">
              <a:buNone/>
              <a:defRPr sz="2850" b="1">
                <a:solidFill>
                  <a:srgbClr val="9187FF"/>
                </a:solidFill>
              </a:defRPr>
            </a:lvl6pPr>
            <a:lvl7pPr algn="l">
              <a:buNone/>
              <a:defRPr sz="2850" b="1">
                <a:solidFill>
                  <a:srgbClr val="9187FF"/>
                </a:solidFill>
              </a:defRPr>
            </a:lvl7pPr>
            <a:lvl8pPr algn="l">
              <a:buNone/>
              <a:defRPr sz="2850" b="1">
                <a:solidFill>
                  <a:srgbClr val="9187FF"/>
                </a:solidFill>
              </a:defRPr>
            </a:lvl8pPr>
            <a:lvl9pPr algn="l">
              <a:buNone/>
              <a:defRPr sz="2850" b="1">
                <a:solidFill>
                  <a:srgbClr val="9187FF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9187FF"/>
                </a:solidFill>
              </a:defRPr>
            </a:pPr>
            <a:r>
              <a:rPr sz="2850" b="1">
                <a:solidFill>
                  <a:srgbClr val="9187FF"/>
                </a:solidFill>
              </a:rPr>
              <a:t>WorkManager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E7423-8269-4149-8127-5636BA3D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1462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reconcile incomplete events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then retry ready FIFO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ED729-5E6A-45C1-B724-4FFA6876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39D4C7"/>
                </a:solidFill>
              </a:defRPr>
            </a:defPPr>
            <a:lvl1pPr algn="l">
              <a:buNone/>
              <a:defRPr sz="2550" b="1">
                <a:solidFill>
                  <a:srgbClr val="39D4C7"/>
                </a:solidFill>
              </a:defRPr>
            </a:lvl1pPr>
            <a:lvl2pPr algn="l">
              <a:buNone/>
              <a:defRPr sz="2550" b="1">
                <a:solidFill>
                  <a:srgbClr val="39D4C7"/>
                </a:solidFill>
              </a:defRPr>
            </a:lvl2pPr>
            <a:lvl3pPr algn="l">
              <a:buNone/>
              <a:defRPr sz="2550" b="1">
                <a:solidFill>
                  <a:srgbClr val="39D4C7"/>
                </a:solidFill>
              </a:defRPr>
            </a:lvl3pPr>
            <a:lvl4pPr algn="l">
              <a:buNone/>
              <a:defRPr sz="2550" b="1">
                <a:solidFill>
                  <a:srgbClr val="39D4C7"/>
                </a:solidFill>
              </a:defRPr>
            </a:lvl4pPr>
            <a:lvl5pPr algn="l">
              <a:buNone/>
              <a:defRPr sz="2550" b="1">
                <a:solidFill>
                  <a:srgbClr val="39D4C7"/>
                </a:solidFill>
              </a:defRPr>
            </a:lvl5pPr>
            <a:lvl6pPr algn="l">
              <a:buNone/>
              <a:defRPr sz="2550" b="1">
                <a:solidFill>
                  <a:srgbClr val="39D4C7"/>
                </a:solidFill>
              </a:defRPr>
            </a:lvl6pPr>
            <a:lvl7pPr algn="l">
              <a:buNone/>
              <a:defRPr sz="2550" b="1">
                <a:solidFill>
                  <a:srgbClr val="39D4C7"/>
                </a:solidFill>
              </a:defRPr>
            </a:lvl7pPr>
            <a:lvl8pPr algn="l">
              <a:buNone/>
              <a:defRPr sz="2550" b="1">
                <a:solidFill>
                  <a:srgbClr val="39D4C7"/>
                </a:solidFill>
              </a:defRPr>
            </a:lvl8pPr>
            <a:lvl9pPr algn="l">
              <a:buNone/>
              <a:defRPr sz="25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39D4C7"/>
                </a:solidFill>
              </a:defRPr>
            </a:pPr>
            <a:r>
              <a:rPr sz="2550" b="1">
                <a:solidFill>
                  <a:srgbClr val="39D4C7"/>
                </a:solidFill>
              </a:rPr>
              <a:t>Firebase RTDB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5101E-2B8F-4BB0-AB18-E57BBAE8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1462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owner-scoped eventId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idempotent 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A61A52-5BD0-405A-9278-BA314728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F7E8D-6818-4CFB-9F1C-90AA2F6D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592948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8CC57-B418-4587-9F77-26B681AC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498907-16AB-4872-B95A-C70AFC0B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IoT та актуатори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9C148-6309-4423-BFA3-7BEF7D9A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968F7-4083-43A1-A110-57B44A7C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VirtualSleepBand: scan, connect, HR notifications.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DF5A8-E8C3-48EF-BC41-23F0DCEE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46162-72D9-4586-BC30-ED42A4FD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DeviceCommand.ALERT повертає ALERT_ACKNOWLEDGED.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08209-7695-4ED3-A076-A6281547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FA2A6-8463-4307-9915-DF6D6940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Vibration pulse має actual success/error result.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F2897-BB5C-4344-9A32-88A52E6C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A7224-BC46-48FF-B589-00753AAF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81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Flashlight залежить від hardware і permission.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7CC99-ACDF-46A0-A98D-3512F644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7777"/>
                </a:solidFill>
              </a:defRPr>
            </a:defPPr>
            <a:lvl1pPr algn="l">
              <a:buNone/>
              <a:defRPr sz="1875" b="1">
                <a:solidFill>
                  <a:srgbClr val="FF7777"/>
                </a:solidFill>
              </a:defRPr>
            </a:lvl1pPr>
            <a:lvl2pPr algn="l">
              <a:buNone/>
              <a:defRPr sz="1875" b="1">
                <a:solidFill>
                  <a:srgbClr val="FF7777"/>
                </a:solidFill>
              </a:defRPr>
            </a:lvl2pPr>
            <a:lvl3pPr algn="l">
              <a:buNone/>
              <a:defRPr sz="1875" b="1">
                <a:solidFill>
                  <a:srgbClr val="FF7777"/>
                </a:solidFill>
              </a:defRPr>
            </a:lvl3pPr>
            <a:lvl4pPr algn="l">
              <a:buNone/>
              <a:defRPr sz="1875" b="1">
                <a:solidFill>
                  <a:srgbClr val="FF7777"/>
                </a:solidFill>
              </a:defRPr>
            </a:lvl4pPr>
            <a:lvl5pPr algn="l">
              <a:buNone/>
              <a:defRPr sz="1875" b="1">
                <a:solidFill>
                  <a:srgbClr val="FF7777"/>
                </a:solidFill>
              </a:defRPr>
            </a:lvl5pPr>
            <a:lvl6pPr algn="l">
              <a:buNone/>
              <a:defRPr sz="1875" b="1">
                <a:solidFill>
                  <a:srgbClr val="FF7777"/>
                </a:solidFill>
              </a:defRPr>
            </a:lvl6pPr>
            <a:lvl7pPr algn="l">
              <a:buNone/>
              <a:defRPr sz="1875" b="1">
                <a:solidFill>
                  <a:srgbClr val="FF7777"/>
                </a:solidFill>
              </a:defRPr>
            </a:lvl7pPr>
            <a:lvl8pPr algn="l">
              <a:buNone/>
              <a:defRPr sz="1875" b="1">
                <a:solidFill>
                  <a:srgbClr val="FF7777"/>
                </a:solidFill>
              </a:defRPr>
            </a:lvl8pPr>
            <a:lvl9pPr algn="l">
              <a:buNone/>
              <a:defRPr sz="1875" b="1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F7777"/>
                </a:solidFill>
              </a:defRPr>
            </a:pPr>
            <a:r>
              <a:rPr sz="1875" b="1">
                <a:solidFill>
                  <a:srgbClr val="FF7777"/>
                </a:solidFill>
              </a:rPr>
              <a:t>Disconnected BLE не видається за доставлений alert.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CFE916-DE1D-476A-84B3-77045CBF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7A430-E58C-4CB0-8725-DE785699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289668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E8103-E650-4626-BD3B-4982242D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61DF1-6551-494C-8408-9610FF8F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C336A-CD15-45ED-BC2F-F2006C5B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AB8CC"/>
                </a:solidFill>
              </a:defRPr>
            </a:defPPr>
            <a:lvl1pPr algn="l">
              <a:buNone/>
              <a:defRPr sz="1200" b="0">
                <a:solidFill>
                  <a:srgbClr val="AAB8CC"/>
                </a:solidFill>
              </a:defRPr>
            </a:lvl1pPr>
            <a:lvl2pPr algn="l">
              <a:buNone/>
              <a:defRPr sz="1200" b="0">
                <a:solidFill>
                  <a:srgbClr val="AAB8CC"/>
                </a:solidFill>
              </a:defRPr>
            </a:lvl2pPr>
            <a:lvl3pPr algn="l">
              <a:buNone/>
              <a:defRPr sz="1200" b="0">
                <a:solidFill>
                  <a:srgbClr val="AAB8CC"/>
                </a:solidFill>
              </a:defRPr>
            </a:lvl3pPr>
            <a:lvl4pPr algn="l">
              <a:buNone/>
              <a:defRPr sz="1200" b="0">
                <a:solidFill>
                  <a:srgbClr val="AAB8CC"/>
                </a:solidFill>
              </a:defRPr>
            </a:lvl4pPr>
            <a:lvl5pPr algn="l">
              <a:buNone/>
              <a:defRPr sz="1200" b="0">
                <a:solidFill>
                  <a:srgbClr val="AAB8CC"/>
                </a:solidFill>
              </a:defRPr>
            </a:lvl5pPr>
            <a:lvl6pPr algn="l">
              <a:buNone/>
              <a:defRPr sz="1200" b="0">
                <a:solidFill>
                  <a:srgbClr val="AAB8CC"/>
                </a:solidFill>
              </a:defRPr>
            </a:lvl6pPr>
            <a:lvl7pPr algn="l">
              <a:buNone/>
              <a:defRPr sz="1200" b="0">
                <a:solidFill>
                  <a:srgbClr val="AAB8CC"/>
                </a:solidFill>
              </a:defRPr>
            </a:lvl7pPr>
            <a:lvl8pPr algn="l">
              <a:buNone/>
              <a:defRPr sz="1200" b="0">
                <a:solidFill>
                  <a:srgbClr val="AAB8CC"/>
                </a:solidFill>
              </a:defRPr>
            </a:lvl8pPr>
            <a:lvl9pPr algn="l">
              <a:buNone/>
              <a:defRPr sz="120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AAB8CC"/>
                </a:solidFill>
              </a:defRPr>
            </a:pPr>
            <a:r>
              <a:rPr sz="1200" b="0">
                <a:solidFill>
                  <a:srgbClr val="AAB8CC"/>
                </a:solidFill>
              </a:rPr>
              <a:t>Фактичний Android Emulator screenshot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E485DB-0F2D-4B50-AEE2-1E304AE430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bd6f00fee4262"/>
          <a:stretch xmlns:a="http://schemas.openxmlformats.org/drawingml/2006/main"/>
        </p:blipFill>
        <p:spPr>
          <a:xfrm xmlns:a="http://schemas.openxmlformats.org/drawingml/2006/main">
            <a:off x="2346965" y="1762125"/>
            <a:ext cx="1878319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9110E-A12B-4F28-9ABC-BBFCC8A8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39D4C7"/>
                </a:solidFill>
              </a:defRPr>
            </a:defPPr>
            <a:lvl1pPr algn="l">
              <a:buNone/>
              <a:defRPr sz="2100" b="1">
                <a:solidFill>
                  <a:srgbClr val="39D4C7"/>
                </a:solidFill>
              </a:defRPr>
            </a:lvl1pPr>
            <a:lvl2pPr algn="l">
              <a:buNone/>
              <a:defRPr sz="2100" b="1">
                <a:solidFill>
                  <a:srgbClr val="39D4C7"/>
                </a:solidFill>
              </a:defRPr>
            </a:lvl2pPr>
            <a:lvl3pPr algn="l">
              <a:buNone/>
              <a:defRPr sz="2100" b="1">
                <a:solidFill>
                  <a:srgbClr val="39D4C7"/>
                </a:solidFill>
              </a:defRPr>
            </a:lvl3pPr>
            <a:lvl4pPr algn="l">
              <a:buNone/>
              <a:defRPr sz="2100" b="1">
                <a:solidFill>
                  <a:srgbClr val="39D4C7"/>
                </a:solidFill>
              </a:defRPr>
            </a:lvl4pPr>
            <a:lvl5pPr algn="l">
              <a:buNone/>
              <a:defRPr sz="2100" b="1">
                <a:solidFill>
                  <a:srgbClr val="39D4C7"/>
                </a:solidFill>
              </a:defRPr>
            </a:lvl5pPr>
            <a:lvl6pPr algn="l">
              <a:buNone/>
              <a:defRPr sz="2100" b="1">
                <a:solidFill>
                  <a:srgbClr val="39D4C7"/>
                </a:solidFill>
              </a:defRPr>
            </a:lvl6pPr>
            <a:lvl7pPr algn="l">
              <a:buNone/>
              <a:defRPr sz="2100" b="1">
                <a:solidFill>
                  <a:srgbClr val="39D4C7"/>
                </a:solidFill>
              </a:defRPr>
            </a:lvl7pPr>
            <a:lvl8pPr algn="l">
              <a:buNone/>
              <a:defRPr sz="2100" b="1">
                <a:solidFill>
                  <a:srgbClr val="39D4C7"/>
                </a:solidFill>
              </a:defRPr>
            </a:lvl8pPr>
            <a:lvl9pPr algn="l">
              <a:buNone/>
              <a:defRPr sz="210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39D4C7"/>
                </a:solidFill>
              </a:defRPr>
            </a:pPr>
            <a:r>
              <a:rPr sz="2100" b="1">
                <a:solidFill>
                  <a:srgbClr val="39D4C7"/>
                </a:solidFill>
              </a:rPr>
              <a:t>Реальні джерела 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AEE9D-101F-498F-91DF-AA7B4A0F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548A2-0BDA-456D-9AF6-0C9EDE60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XYZ та movement intensity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4F02C-7A24-41F8-B7A8-60C1FBC5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6B526-3482-4A3B-892B-09FED388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528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ML class та 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76172-E517-4FA2-8F40-E1AD992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63E4D-ABE0-4004-A44D-AA977B28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433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BLE, HR та Firebase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66E35-7F6F-41E4-95DA-C896D896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607DA-BA63-4081-8A47-C5680AF0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5339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Останні 5 Room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FDE14-4B13-4B3F-B3DA-AD7A1D20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2BA03-799F-406F-B0A1-F629041C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3925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2C117-C7A8-46E6-B34B-4EFAD2A1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086C4-8945-4406-BC4C-59E79F09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Результати тестування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A1715-DAA5-4287-AA1C-6D4B6A40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JVM rule + 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C405E-0F04-46A6-A968-F09851DD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526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39D4C7"/>
                </a:solidFill>
              </a:defRPr>
            </a:defPPr>
            <a:lvl1pPr algn="ctr">
              <a:buNone/>
              <a:defRPr sz="1650" b="1">
                <a:solidFill>
                  <a:srgbClr val="39D4C7"/>
                </a:solidFill>
              </a:defRPr>
            </a:lvl1pPr>
            <a:lvl2pPr algn="ctr">
              <a:buNone/>
              <a:defRPr sz="1650" b="1">
                <a:solidFill>
                  <a:srgbClr val="39D4C7"/>
                </a:solidFill>
              </a:defRPr>
            </a:lvl2pPr>
            <a:lvl3pPr algn="ctr">
              <a:buNone/>
              <a:defRPr sz="1650" b="1">
                <a:solidFill>
                  <a:srgbClr val="39D4C7"/>
                </a:solidFill>
              </a:defRPr>
            </a:lvl3pPr>
            <a:lvl4pPr algn="ctr">
              <a:buNone/>
              <a:defRPr sz="1650" b="1">
                <a:solidFill>
                  <a:srgbClr val="39D4C7"/>
                </a:solidFill>
              </a:defRPr>
            </a:lvl4pPr>
            <a:lvl5pPr algn="ctr">
              <a:buNone/>
              <a:defRPr sz="1650" b="1">
                <a:solidFill>
                  <a:srgbClr val="39D4C7"/>
                </a:solidFill>
              </a:defRPr>
            </a:lvl5pPr>
            <a:lvl6pPr algn="ctr">
              <a:buNone/>
              <a:defRPr sz="1650" b="1">
                <a:solidFill>
                  <a:srgbClr val="39D4C7"/>
                </a:solidFill>
              </a:defRPr>
            </a:lvl6pPr>
            <a:lvl7pPr algn="ctr">
              <a:buNone/>
              <a:defRPr sz="1650" b="1">
                <a:solidFill>
                  <a:srgbClr val="39D4C7"/>
                </a:solidFill>
              </a:defRPr>
            </a:lvl7pPr>
            <a:lvl8pPr algn="ctr">
              <a:buNone/>
              <a:defRPr sz="1650" b="1">
                <a:solidFill>
                  <a:srgbClr val="39D4C7"/>
                </a:solidFill>
              </a:defRPr>
            </a:lvl8pPr>
            <a:lvl9pPr algn="ctr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PASS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3AB29-CE37-445B-A19B-81C292F2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95575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Room migrations v1–v5 →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4FCF6-3C05-41C5-933A-5D013282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9557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39D4C7"/>
                </a:solidFill>
              </a:defRPr>
            </a:defPPr>
            <a:lvl1pPr algn="ctr">
              <a:buNone/>
              <a:defRPr sz="1650" b="1">
                <a:solidFill>
                  <a:srgbClr val="39D4C7"/>
                </a:solidFill>
              </a:defRPr>
            </a:lvl1pPr>
            <a:lvl2pPr algn="ctr">
              <a:buNone/>
              <a:defRPr sz="1650" b="1">
                <a:solidFill>
                  <a:srgbClr val="39D4C7"/>
                </a:solidFill>
              </a:defRPr>
            </a:lvl2pPr>
            <a:lvl3pPr algn="ctr">
              <a:buNone/>
              <a:defRPr sz="1650" b="1">
                <a:solidFill>
                  <a:srgbClr val="39D4C7"/>
                </a:solidFill>
              </a:defRPr>
            </a:lvl3pPr>
            <a:lvl4pPr algn="ctr">
              <a:buNone/>
              <a:defRPr sz="1650" b="1">
                <a:solidFill>
                  <a:srgbClr val="39D4C7"/>
                </a:solidFill>
              </a:defRPr>
            </a:lvl4pPr>
            <a:lvl5pPr algn="ctr">
              <a:buNone/>
              <a:defRPr sz="1650" b="1">
                <a:solidFill>
                  <a:srgbClr val="39D4C7"/>
                </a:solidFill>
              </a:defRPr>
            </a:lvl5pPr>
            <a:lvl6pPr algn="ctr">
              <a:buNone/>
              <a:defRPr sz="1650" b="1">
                <a:solidFill>
                  <a:srgbClr val="39D4C7"/>
                </a:solidFill>
              </a:defRPr>
            </a:lvl6pPr>
            <a:lvl7pPr algn="ctr">
              <a:buNone/>
              <a:defRPr sz="1650" b="1">
                <a:solidFill>
                  <a:srgbClr val="39D4C7"/>
                </a:solidFill>
              </a:defRPr>
            </a:lvl7pPr>
            <a:lvl8pPr algn="ctr">
              <a:buNone/>
              <a:defRPr sz="1650" b="1">
                <a:solidFill>
                  <a:srgbClr val="39D4C7"/>
                </a:solidFill>
              </a:defRPr>
            </a:lvl8pPr>
            <a:lvl9pPr algn="ctr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ABAF2-B357-4277-9564-4EDC63B7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38525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Real TFLite instrumentation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9BB2B-90AE-4D9B-8462-0E1F26A4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385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39D4C7"/>
                </a:solidFill>
              </a:defRPr>
            </a:defPPr>
            <a:lvl1pPr algn="ctr">
              <a:buNone/>
              <a:defRPr sz="1650" b="1">
                <a:solidFill>
                  <a:srgbClr val="39D4C7"/>
                </a:solidFill>
              </a:defRPr>
            </a:lvl1pPr>
            <a:lvl2pPr algn="ctr">
              <a:buNone/>
              <a:defRPr sz="1650" b="1">
                <a:solidFill>
                  <a:srgbClr val="39D4C7"/>
                </a:solidFill>
              </a:defRPr>
            </a:lvl2pPr>
            <a:lvl3pPr algn="ctr">
              <a:buNone/>
              <a:defRPr sz="1650" b="1">
                <a:solidFill>
                  <a:srgbClr val="39D4C7"/>
                </a:solidFill>
              </a:defRPr>
            </a:lvl3pPr>
            <a:lvl4pPr algn="ctr">
              <a:buNone/>
              <a:defRPr sz="1650" b="1">
                <a:solidFill>
                  <a:srgbClr val="39D4C7"/>
                </a:solidFill>
              </a:defRPr>
            </a:lvl4pPr>
            <a:lvl5pPr algn="ctr">
              <a:buNone/>
              <a:defRPr sz="1650" b="1">
                <a:solidFill>
                  <a:srgbClr val="39D4C7"/>
                </a:solidFill>
              </a:defRPr>
            </a:lvl5pPr>
            <a:lvl6pPr algn="ctr">
              <a:buNone/>
              <a:defRPr sz="1650" b="1">
                <a:solidFill>
                  <a:srgbClr val="39D4C7"/>
                </a:solidFill>
              </a:defRPr>
            </a:lvl6pPr>
            <a:lvl7pPr algn="ctr">
              <a:buNone/>
              <a:defRPr sz="1650" b="1">
                <a:solidFill>
                  <a:srgbClr val="39D4C7"/>
                </a:solidFill>
              </a:defRPr>
            </a:lvl7pPr>
            <a:lvl8pPr algn="ctr">
              <a:buNone/>
              <a:defRPr sz="1650" b="1">
                <a:solidFill>
                  <a:srgbClr val="39D4C7"/>
                </a:solidFill>
              </a:defRPr>
            </a:lvl8pPr>
            <a:lvl9pPr algn="ctr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3CAAD-D74D-4239-9E0E-23FD12B0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81475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4F7FB"/>
                </a:solidFill>
              </a:defRPr>
            </a:defPPr>
            <a:lvl1pPr algn="l">
              <a:buNone/>
              <a:defRPr sz="1650" b="0">
                <a:solidFill>
                  <a:srgbClr val="F4F7FB"/>
                </a:solidFill>
              </a:defRPr>
            </a:lvl1pPr>
            <a:lvl2pPr algn="l">
              <a:buNone/>
              <a:defRPr sz="1650" b="0">
                <a:solidFill>
                  <a:srgbClr val="F4F7FB"/>
                </a:solidFill>
              </a:defRPr>
            </a:lvl2pPr>
            <a:lvl3pPr algn="l">
              <a:buNone/>
              <a:defRPr sz="1650" b="0">
                <a:solidFill>
                  <a:srgbClr val="F4F7FB"/>
                </a:solidFill>
              </a:defRPr>
            </a:lvl3pPr>
            <a:lvl4pPr algn="l">
              <a:buNone/>
              <a:defRPr sz="1650" b="0">
                <a:solidFill>
                  <a:srgbClr val="F4F7FB"/>
                </a:solidFill>
              </a:defRPr>
            </a:lvl4pPr>
            <a:lvl5pPr algn="l">
              <a:buNone/>
              <a:defRPr sz="1650" b="0">
                <a:solidFill>
                  <a:srgbClr val="F4F7FB"/>
                </a:solidFill>
              </a:defRPr>
            </a:lvl5pPr>
            <a:lvl6pPr algn="l">
              <a:buNone/>
              <a:defRPr sz="1650" b="0">
                <a:solidFill>
                  <a:srgbClr val="F4F7FB"/>
                </a:solidFill>
              </a:defRPr>
            </a:lvl6pPr>
            <a:lvl7pPr algn="l">
              <a:buNone/>
              <a:defRPr sz="1650" b="0">
                <a:solidFill>
                  <a:srgbClr val="F4F7FB"/>
                </a:solidFill>
              </a:defRPr>
            </a:lvl7pPr>
            <a:lvl8pPr algn="l">
              <a:buNone/>
              <a:defRPr sz="1650" b="0">
                <a:solidFill>
                  <a:srgbClr val="F4F7FB"/>
                </a:solidFill>
              </a:defRPr>
            </a:lvl8pPr>
            <a:lvl9pPr algn="l">
              <a:buNone/>
              <a:defRPr sz="165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18 Android tests + correlated E2E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FC500-8C9B-498D-835F-81015E27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8147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39D4C7"/>
                </a:solidFill>
              </a:defRPr>
            </a:defPPr>
            <a:lvl1pPr algn="ctr">
              <a:buNone/>
              <a:defRPr sz="1650" b="1">
                <a:solidFill>
                  <a:srgbClr val="39D4C7"/>
                </a:solidFill>
              </a:defRPr>
            </a:lvl1pPr>
            <a:lvl2pPr algn="ctr">
              <a:buNone/>
              <a:defRPr sz="1650" b="1">
                <a:solidFill>
                  <a:srgbClr val="39D4C7"/>
                </a:solidFill>
              </a:defRPr>
            </a:lvl2pPr>
            <a:lvl3pPr algn="ctr">
              <a:buNone/>
              <a:defRPr sz="1650" b="1">
                <a:solidFill>
                  <a:srgbClr val="39D4C7"/>
                </a:solidFill>
              </a:defRPr>
            </a:lvl3pPr>
            <a:lvl4pPr algn="ctr">
              <a:buNone/>
              <a:defRPr sz="1650" b="1">
                <a:solidFill>
                  <a:srgbClr val="39D4C7"/>
                </a:solidFill>
              </a:defRPr>
            </a:lvl4pPr>
            <a:lvl5pPr algn="ctr">
              <a:buNone/>
              <a:defRPr sz="1650" b="1">
                <a:solidFill>
                  <a:srgbClr val="39D4C7"/>
                </a:solidFill>
              </a:defRPr>
            </a:lvl5pPr>
            <a:lvl6pPr algn="ctr">
              <a:buNone/>
              <a:defRPr sz="1650" b="1">
                <a:solidFill>
                  <a:srgbClr val="39D4C7"/>
                </a:solidFill>
              </a:defRPr>
            </a:lvl6pPr>
            <a:lvl7pPr algn="ctr">
              <a:buNone/>
              <a:defRPr sz="1650" b="1">
                <a:solidFill>
                  <a:srgbClr val="39D4C7"/>
                </a:solidFill>
              </a:defRPr>
            </a:lvl7pPr>
            <a:lvl8pPr algn="ctr">
              <a:buNone/>
              <a:defRPr sz="1650" b="1">
                <a:solidFill>
                  <a:srgbClr val="39D4C7"/>
                </a:solidFill>
              </a:defRPr>
            </a:lvl8pPr>
            <a:lvl9pPr algn="ctr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PASS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2175B-5736-438A-A79D-44865AF1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24425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4F7FB"/>
                </a:solidFill>
              </a:defRPr>
            </a:defPPr>
            <a:lvl1pPr algn="l">
              <a:buNone/>
              <a:defRPr sz="1650" b="1">
                <a:solidFill>
                  <a:srgbClr val="F4F7FB"/>
                </a:solidFill>
              </a:defRPr>
            </a:lvl1pPr>
            <a:lvl2pPr algn="l">
              <a:buNone/>
              <a:defRPr sz="1650" b="1">
                <a:solidFill>
                  <a:srgbClr val="F4F7FB"/>
                </a:solidFill>
              </a:defRPr>
            </a:lvl2pPr>
            <a:lvl3pPr algn="l">
              <a:buNone/>
              <a:defRPr sz="1650" b="1">
                <a:solidFill>
                  <a:srgbClr val="F4F7FB"/>
                </a:solidFill>
              </a:defRPr>
            </a:lvl3pPr>
            <a:lvl4pPr algn="l">
              <a:buNone/>
              <a:defRPr sz="1650" b="1">
                <a:solidFill>
                  <a:srgbClr val="F4F7FB"/>
                </a:solidFill>
              </a:defRPr>
            </a:lvl4pPr>
            <a:lvl5pPr algn="l">
              <a:buNone/>
              <a:defRPr sz="1650" b="1">
                <a:solidFill>
                  <a:srgbClr val="F4F7FB"/>
                </a:solidFill>
              </a:defRPr>
            </a:lvl5pPr>
            <a:lvl6pPr algn="l">
              <a:buNone/>
              <a:defRPr sz="1650" b="1">
                <a:solidFill>
                  <a:srgbClr val="F4F7FB"/>
                </a:solidFill>
              </a:defRPr>
            </a:lvl6pPr>
            <a:lvl7pPr algn="l">
              <a:buNone/>
              <a:defRPr sz="1650" b="1">
                <a:solidFill>
                  <a:srgbClr val="F4F7FB"/>
                </a:solidFill>
              </a:defRPr>
            </a:lvl7pPr>
            <a:lvl8pPr algn="l">
              <a:buNone/>
              <a:defRPr sz="1650" b="1">
                <a:solidFill>
                  <a:srgbClr val="F4F7FB"/>
                </a:solidFill>
              </a:defRPr>
            </a:lvl8pPr>
            <a:lvl9pPr algn="l">
              <a:buNone/>
              <a:defRPr sz="165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Full desktop video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C2DA9-AEE8-4099-BD93-9BE132C5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24425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7777"/>
                </a:solidFill>
              </a:defRPr>
            </a:defPPr>
            <a:lvl1pPr algn="ctr">
              <a:buNone/>
              <a:defRPr sz="1650" b="1">
                <a:solidFill>
                  <a:srgbClr val="FF7777"/>
                </a:solidFill>
              </a:defRPr>
            </a:lvl1pPr>
            <a:lvl2pPr algn="ctr">
              <a:buNone/>
              <a:defRPr sz="1650" b="1">
                <a:solidFill>
                  <a:srgbClr val="FF7777"/>
                </a:solidFill>
              </a:defRPr>
            </a:lvl2pPr>
            <a:lvl3pPr algn="ctr">
              <a:buNone/>
              <a:defRPr sz="1650" b="1">
                <a:solidFill>
                  <a:srgbClr val="FF7777"/>
                </a:solidFill>
              </a:defRPr>
            </a:lvl3pPr>
            <a:lvl4pPr algn="ctr">
              <a:buNone/>
              <a:defRPr sz="1650" b="1">
                <a:solidFill>
                  <a:srgbClr val="FF7777"/>
                </a:solidFill>
              </a:defRPr>
            </a:lvl4pPr>
            <a:lvl5pPr algn="ctr">
              <a:buNone/>
              <a:defRPr sz="1650" b="1">
                <a:solidFill>
                  <a:srgbClr val="FF7777"/>
                </a:solidFill>
              </a:defRPr>
            </a:lvl5pPr>
            <a:lvl6pPr algn="ctr">
              <a:buNone/>
              <a:defRPr sz="1650" b="1">
                <a:solidFill>
                  <a:srgbClr val="FF7777"/>
                </a:solidFill>
              </a:defRPr>
            </a:lvl6pPr>
            <a:lvl7pPr algn="ctr">
              <a:buNone/>
              <a:defRPr sz="1650" b="1">
                <a:solidFill>
                  <a:srgbClr val="FF7777"/>
                </a:solidFill>
              </a:defRPr>
            </a:lvl7pPr>
            <a:lvl8pPr algn="ctr">
              <a:buNone/>
              <a:defRPr sz="1650" b="1">
                <a:solidFill>
                  <a:srgbClr val="FF7777"/>
                </a:solidFill>
              </a:defRPr>
            </a:lvl8pPr>
            <a:lvl9pPr algn="ctr">
              <a:buNone/>
              <a:defRPr sz="1650" b="1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FF7777"/>
                </a:solidFill>
              </a:defRPr>
            </a:pPr>
            <a:r>
              <a:rPr sz="1650" b="1">
                <a:solidFill>
                  <a:srgbClr val="FF7777"/>
                </a:solidFill>
              </a:rPr>
              <a:t>PARTIAL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A20A6A-C7F1-4E70-AFB5-09F79477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031E5-2B03-43D5-9647-8A57F6AA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09431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6EE40E-2428-4C00-94F2-28A2C8B4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80D7D-9E65-47B7-88C3-4135D4C4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Відмовостійкість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615F7-D086-4269-B10F-5A72F62A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6979E-AE1E-4917-84A6-67EC1CB8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Atomic intent лишається у Room до підтвердженої доставки.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4B307B-3250-44BE-9BF7-017148D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FBE6A-8E19-41C7-B700-9CAD0FAD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WorkManager запускає reconciler перед кожним drain.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D932D-8EE3-425E-9E11-083728EF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8B5DA-EEA8-41B6-8FE2-87A67F9E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9 998 telemetry + rule + END_SESSION: hard limit 10 000.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82062-233B-4F21-8DCC-66CE8DD0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92241-2C6E-43E3-A130-B1FC157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Crash recovery: OUTCOME_UNKNOWN без actuator replay.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3C5944-CD9A-417D-8E51-0A5C4200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4A163-7CF2-4157-BCBC-830FB32D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Stable eventId робить Firebase retry ідемпотентним.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5E0E81-E723-4ADE-BAAC-F662823D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0CC9D9-AB59-4A9D-B562-BF9E455D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5576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696F38-3E2C-40CC-8991-D6B0F844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13FC8-1C04-4B14-9254-FFEDB075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Профілювання та обмеження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E2FA2-DF12-48AF-AEA2-BFDAA26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39D4C7"/>
                </a:solidFill>
              </a:defRPr>
            </a:defPPr>
            <a:lvl1pPr algn="l">
              <a:buNone/>
              <a:defRPr sz="2850" b="1">
                <a:solidFill>
                  <a:srgbClr val="39D4C7"/>
                </a:solidFill>
              </a:defRPr>
            </a:lvl1pPr>
            <a:lvl2pPr algn="l">
              <a:buNone/>
              <a:defRPr sz="2850" b="1">
                <a:solidFill>
                  <a:srgbClr val="39D4C7"/>
                </a:solidFill>
              </a:defRPr>
            </a:lvl2pPr>
            <a:lvl3pPr algn="l">
              <a:buNone/>
              <a:defRPr sz="2850" b="1">
                <a:solidFill>
                  <a:srgbClr val="39D4C7"/>
                </a:solidFill>
              </a:defRPr>
            </a:lvl3pPr>
            <a:lvl4pPr algn="l">
              <a:buNone/>
              <a:defRPr sz="2850" b="1">
                <a:solidFill>
                  <a:srgbClr val="39D4C7"/>
                </a:solidFill>
              </a:defRPr>
            </a:lvl4pPr>
            <a:lvl5pPr algn="l">
              <a:buNone/>
              <a:defRPr sz="2850" b="1">
                <a:solidFill>
                  <a:srgbClr val="39D4C7"/>
                </a:solidFill>
              </a:defRPr>
            </a:lvl5pPr>
            <a:lvl6pPr algn="l">
              <a:buNone/>
              <a:defRPr sz="2850" b="1">
                <a:solidFill>
                  <a:srgbClr val="39D4C7"/>
                </a:solidFill>
              </a:defRPr>
            </a:lvl6pPr>
            <a:lvl7pPr algn="l">
              <a:buNone/>
              <a:defRPr sz="2850" b="1">
                <a:solidFill>
                  <a:srgbClr val="39D4C7"/>
                </a:solidFill>
              </a:defRPr>
            </a:lvl7pPr>
            <a:lvl8pPr algn="l">
              <a:buNone/>
              <a:defRPr sz="2850" b="1">
                <a:solidFill>
                  <a:srgbClr val="39D4C7"/>
                </a:solidFill>
              </a:defRPr>
            </a:lvl8pPr>
            <a:lvl9pPr algn="l">
              <a:buNone/>
              <a:defRPr sz="28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39D4C7"/>
                </a:solidFill>
              </a:defRPr>
            </a:pPr>
            <a:r>
              <a:rPr sz="2850" b="1">
                <a:solidFill>
                  <a:srgbClr val="39D4C7"/>
                </a:solidFill>
              </a:rPr>
              <a:t>133 MB PSS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3D7B9-96A3-44C0-AD9A-E9C551E8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AB8CC"/>
                </a:solidFill>
              </a:defRPr>
            </a:defPPr>
            <a:lvl1pPr algn="l">
              <a:buNone/>
              <a:defRPr sz="1350" b="0">
                <a:solidFill>
                  <a:srgbClr val="AAB8CC"/>
                </a:solidFill>
              </a:defRPr>
            </a:lvl1pPr>
            <a:lvl2pPr algn="l">
              <a:buNone/>
              <a:defRPr sz="1350" b="0">
                <a:solidFill>
                  <a:srgbClr val="AAB8CC"/>
                </a:solidFill>
              </a:defRPr>
            </a:lvl2pPr>
            <a:lvl3pPr algn="l">
              <a:buNone/>
              <a:defRPr sz="1350" b="0">
                <a:solidFill>
                  <a:srgbClr val="AAB8CC"/>
                </a:solidFill>
              </a:defRPr>
            </a:lvl3pPr>
            <a:lvl4pPr algn="l">
              <a:buNone/>
              <a:defRPr sz="1350" b="0">
                <a:solidFill>
                  <a:srgbClr val="AAB8CC"/>
                </a:solidFill>
              </a:defRPr>
            </a:lvl4pPr>
            <a:lvl5pPr algn="l">
              <a:buNone/>
              <a:defRPr sz="1350" b="0">
                <a:solidFill>
                  <a:srgbClr val="AAB8CC"/>
                </a:solidFill>
              </a:defRPr>
            </a:lvl5pPr>
            <a:lvl6pPr algn="l">
              <a:buNone/>
              <a:defRPr sz="1350" b="0">
                <a:solidFill>
                  <a:srgbClr val="AAB8CC"/>
                </a:solidFill>
              </a:defRPr>
            </a:lvl6pPr>
            <a:lvl7pPr algn="l">
              <a:buNone/>
              <a:defRPr sz="1350" b="0">
                <a:solidFill>
                  <a:srgbClr val="AAB8CC"/>
                </a:solidFill>
              </a:defRPr>
            </a:lvl7pPr>
            <a:lvl8pPr algn="l">
              <a:buNone/>
              <a:defRPr sz="1350" b="0">
                <a:solidFill>
                  <a:srgbClr val="AAB8CC"/>
                </a:solidFill>
              </a:defRPr>
            </a:lvl8pPr>
            <a:lvl9pPr algn="l">
              <a:buNone/>
              <a:defRPr sz="135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AAB8CC"/>
                </a:solidFill>
              </a:defRPr>
            </a:pPr>
            <a:r>
              <a:rPr sz="1350" b="0">
                <a:solidFill>
                  <a:srgbClr val="AAB8CC"/>
                </a:solidFill>
              </a:rPr>
              <a:t>15 s Dashboard, Pixel_10_Pro API 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11AB5-1A33-4250-9C6B-CFA8F3FB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F7777"/>
                </a:solidFill>
              </a:defRPr>
            </a:defPPr>
            <a:lvl1pPr algn="l">
              <a:buNone/>
              <a:defRPr sz="3150" b="1">
                <a:solidFill>
                  <a:srgbClr val="FF7777"/>
                </a:solidFill>
              </a:defRPr>
            </a:lvl1pPr>
            <a:lvl2pPr algn="l">
              <a:buNone/>
              <a:defRPr sz="3150" b="1">
                <a:solidFill>
                  <a:srgbClr val="FF7777"/>
                </a:solidFill>
              </a:defRPr>
            </a:lvl2pPr>
            <a:lvl3pPr algn="l">
              <a:buNone/>
              <a:defRPr sz="3150" b="1">
                <a:solidFill>
                  <a:srgbClr val="FF7777"/>
                </a:solidFill>
              </a:defRPr>
            </a:lvl3pPr>
            <a:lvl4pPr algn="l">
              <a:buNone/>
              <a:defRPr sz="3150" b="1">
                <a:solidFill>
                  <a:srgbClr val="FF7777"/>
                </a:solidFill>
              </a:defRPr>
            </a:lvl4pPr>
            <a:lvl5pPr algn="l">
              <a:buNone/>
              <a:defRPr sz="3150" b="1">
                <a:solidFill>
                  <a:srgbClr val="FF7777"/>
                </a:solidFill>
              </a:defRPr>
            </a:lvl5pPr>
            <a:lvl6pPr algn="l">
              <a:buNone/>
              <a:defRPr sz="3150" b="1">
                <a:solidFill>
                  <a:srgbClr val="FF7777"/>
                </a:solidFill>
              </a:defRPr>
            </a:lvl6pPr>
            <a:lvl7pPr algn="l">
              <a:buNone/>
              <a:defRPr sz="3150" b="1">
                <a:solidFill>
                  <a:srgbClr val="FF7777"/>
                </a:solidFill>
              </a:defRPr>
            </a:lvl7pPr>
            <a:lvl8pPr algn="l">
              <a:buNone/>
              <a:defRPr sz="3150" b="1">
                <a:solidFill>
                  <a:srgbClr val="FF7777"/>
                </a:solidFill>
              </a:defRPr>
            </a:lvl8pPr>
            <a:lvl9pPr algn="l">
              <a:buNone/>
              <a:defRPr sz="3150" b="1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F7777"/>
                </a:solidFill>
              </a:defRPr>
            </a:pPr>
            <a:r>
              <a:rPr sz="3150" b="1">
                <a:solidFill>
                  <a:srgbClr val="FF7777"/>
                </a:solidFill>
              </a:rPr>
              <a:t>90,99%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54885-245B-4E31-A985-C1681C6F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47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AB8CC"/>
                </a:solidFill>
              </a:defRPr>
            </a:defPPr>
            <a:lvl1pPr algn="l">
              <a:buNone/>
              <a:defRPr sz="1350" b="0">
                <a:solidFill>
                  <a:srgbClr val="AAB8CC"/>
                </a:solidFill>
              </a:defRPr>
            </a:lvl1pPr>
            <a:lvl2pPr algn="l">
              <a:buNone/>
              <a:defRPr sz="1350" b="0">
                <a:solidFill>
                  <a:srgbClr val="AAB8CC"/>
                </a:solidFill>
              </a:defRPr>
            </a:lvl2pPr>
            <a:lvl3pPr algn="l">
              <a:buNone/>
              <a:defRPr sz="1350" b="0">
                <a:solidFill>
                  <a:srgbClr val="AAB8CC"/>
                </a:solidFill>
              </a:defRPr>
            </a:lvl3pPr>
            <a:lvl4pPr algn="l">
              <a:buNone/>
              <a:defRPr sz="1350" b="0">
                <a:solidFill>
                  <a:srgbClr val="AAB8CC"/>
                </a:solidFill>
              </a:defRPr>
            </a:lvl4pPr>
            <a:lvl5pPr algn="l">
              <a:buNone/>
              <a:defRPr sz="1350" b="0">
                <a:solidFill>
                  <a:srgbClr val="AAB8CC"/>
                </a:solidFill>
              </a:defRPr>
            </a:lvl5pPr>
            <a:lvl6pPr algn="l">
              <a:buNone/>
              <a:defRPr sz="1350" b="0">
                <a:solidFill>
                  <a:srgbClr val="AAB8CC"/>
                </a:solidFill>
              </a:defRPr>
            </a:lvl6pPr>
            <a:lvl7pPr algn="l">
              <a:buNone/>
              <a:defRPr sz="1350" b="0">
                <a:solidFill>
                  <a:srgbClr val="AAB8CC"/>
                </a:solidFill>
              </a:defRPr>
            </a:lvl7pPr>
            <a:lvl8pPr algn="l">
              <a:buNone/>
              <a:defRPr sz="1350" b="0">
                <a:solidFill>
                  <a:srgbClr val="AAB8CC"/>
                </a:solidFill>
              </a:defRPr>
            </a:lvl8pPr>
            <a:lvl9pPr algn="l">
              <a:buNone/>
              <a:defRPr sz="135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AAB8CC"/>
                </a:solidFill>
              </a:defRPr>
            </a:pPr>
            <a:r>
              <a:rPr sz="1350" b="0">
                <a:solidFill>
                  <a:srgbClr val="AAB8CC"/>
                </a:solidFill>
              </a:rPr>
              <a:t>janky frames у debug AVD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B5851-1B91-427A-A238-0ACA371B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12653-8161-47CC-9C9A-9ECADA80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p95 34 ms; legacy jank 17,72%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42DD2-A97C-4067-A779-85206AD2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055E3-5636-48D4-98FC-93DE7D5A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333 frames; TOTAL RSS 269 MB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3225-462A-490E-BB99-DBB04FB3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D6D1F3-12D8-4034-AE0C-AFFFDD48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F7777"/>
                </a:solidFill>
              </a:defRPr>
            </a:defPPr>
            <a:lvl1pPr algn="l">
              <a:buNone/>
              <a:defRPr sz="1500" b="0">
                <a:solidFill>
                  <a:srgbClr val="FF7777"/>
                </a:solidFill>
              </a:defRPr>
            </a:lvl1pPr>
            <a:lvl2pPr algn="l">
              <a:buNone/>
              <a:defRPr sz="1500" b="0">
                <a:solidFill>
                  <a:srgbClr val="FF7777"/>
                </a:solidFill>
              </a:defRPr>
            </a:lvl2pPr>
            <a:lvl3pPr algn="l">
              <a:buNone/>
              <a:defRPr sz="1500" b="0">
                <a:solidFill>
                  <a:srgbClr val="FF7777"/>
                </a:solidFill>
              </a:defRPr>
            </a:lvl3pPr>
            <a:lvl4pPr algn="l">
              <a:buNone/>
              <a:defRPr sz="1500" b="0">
                <a:solidFill>
                  <a:srgbClr val="FF7777"/>
                </a:solidFill>
              </a:defRPr>
            </a:lvl4pPr>
            <a:lvl5pPr algn="l">
              <a:buNone/>
              <a:defRPr sz="1500" b="0">
                <a:solidFill>
                  <a:srgbClr val="FF7777"/>
                </a:solidFill>
              </a:defRPr>
            </a:lvl5pPr>
            <a:lvl6pPr algn="l">
              <a:buNone/>
              <a:defRPr sz="1500" b="0">
                <a:solidFill>
                  <a:srgbClr val="FF7777"/>
                </a:solidFill>
              </a:defRPr>
            </a:lvl6pPr>
            <a:lvl7pPr algn="l">
              <a:buNone/>
              <a:defRPr sz="1500" b="0">
                <a:solidFill>
                  <a:srgbClr val="FF7777"/>
                </a:solidFill>
              </a:defRPr>
            </a:lvl7pPr>
            <a:lvl8pPr algn="l">
              <a:buNone/>
              <a:defRPr sz="1500" b="0">
                <a:solidFill>
                  <a:srgbClr val="FF7777"/>
                </a:solidFill>
              </a:defRPr>
            </a:lvl8pPr>
            <a:lvl9pPr algn="l">
              <a:buNone/>
              <a:defRPr sz="1500" b="0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F7777"/>
                </a:solidFill>
              </a:defRPr>
            </a:pPr>
            <a:r>
              <a:rPr sz="1500" b="0">
                <a:solidFill>
                  <a:srgbClr val="FF7777"/>
                </a:solidFill>
              </a:rPr>
              <a:t>Потрібен release trace на фізичному пристрої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CE5C9-A480-485F-8CFB-19568733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1E6CE1-9649-4EA5-8622-7EC201A1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470542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BCC07A-78DE-45B9-952B-E2DD33CE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9D4C7"/>
                </a:solidFill>
              </a:defRPr>
            </a:defPPr>
            <a:lvl1pPr algn="l">
              <a:buNone/>
              <a:defRPr sz="1050" b="1">
                <a:solidFill>
                  <a:srgbClr val="39D4C7"/>
                </a:solidFill>
              </a:defRPr>
            </a:lvl1pPr>
            <a:lvl2pPr algn="l">
              <a:buNone/>
              <a:defRPr sz="1050" b="1">
                <a:solidFill>
                  <a:srgbClr val="39D4C7"/>
                </a:solidFill>
              </a:defRPr>
            </a:lvl2pPr>
            <a:lvl3pPr algn="l">
              <a:buNone/>
              <a:defRPr sz="1050" b="1">
                <a:solidFill>
                  <a:srgbClr val="39D4C7"/>
                </a:solidFill>
              </a:defRPr>
            </a:lvl3pPr>
            <a:lvl4pPr algn="l">
              <a:buNone/>
              <a:defRPr sz="1050" b="1">
                <a:solidFill>
                  <a:srgbClr val="39D4C7"/>
                </a:solidFill>
              </a:defRPr>
            </a:lvl4pPr>
            <a:lvl5pPr algn="l">
              <a:buNone/>
              <a:defRPr sz="1050" b="1">
                <a:solidFill>
                  <a:srgbClr val="39D4C7"/>
                </a:solidFill>
              </a:defRPr>
            </a:lvl5pPr>
            <a:lvl6pPr algn="l">
              <a:buNone/>
              <a:defRPr sz="1050" b="1">
                <a:solidFill>
                  <a:srgbClr val="39D4C7"/>
                </a:solidFill>
              </a:defRPr>
            </a:lvl6pPr>
            <a:lvl7pPr algn="l">
              <a:buNone/>
              <a:defRPr sz="1050" b="1">
                <a:solidFill>
                  <a:srgbClr val="39D4C7"/>
                </a:solidFill>
              </a:defRPr>
            </a:lvl7pPr>
            <a:lvl8pPr algn="l">
              <a:buNone/>
              <a:defRPr sz="1050" b="1">
                <a:solidFill>
                  <a:srgbClr val="39D4C7"/>
                </a:solidFill>
              </a:defRPr>
            </a:lvl8pPr>
            <a:lvl9pPr algn="l">
              <a:buNone/>
              <a:defRPr sz="10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39D4C7"/>
                </a:solidFill>
              </a:defRPr>
            </a:pPr>
            <a:r>
              <a:rPr sz="1050" b="1">
                <a:solidFill>
                  <a:srgbClr val="39D4C7"/>
                </a:solidFill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6ECE5-A144-49FE-8727-1BE269C5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F4F7FB"/>
                </a:solidFill>
              </a:defRPr>
            </a:defPPr>
            <a:lvl1pPr algn="l">
              <a:buNone/>
              <a:defRPr sz="2400" b="1">
                <a:solidFill>
                  <a:srgbClr val="F4F7FB"/>
                </a:solidFill>
              </a:defRPr>
            </a:lvl1pPr>
            <a:lvl2pPr algn="l">
              <a:buNone/>
              <a:defRPr sz="2400" b="1">
                <a:solidFill>
                  <a:srgbClr val="F4F7FB"/>
                </a:solidFill>
              </a:defRPr>
            </a:lvl2pPr>
            <a:lvl3pPr algn="l">
              <a:buNone/>
              <a:defRPr sz="2400" b="1">
                <a:solidFill>
                  <a:srgbClr val="F4F7FB"/>
                </a:solidFill>
              </a:defRPr>
            </a:lvl3pPr>
            <a:lvl4pPr algn="l">
              <a:buNone/>
              <a:defRPr sz="2400" b="1">
                <a:solidFill>
                  <a:srgbClr val="F4F7FB"/>
                </a:solidFill>
              </a:defRPr>
            </a:lvl4pPr>
            <a:lvl5pPr algn="l">
              <a:buNone/>
              <a:defRPr sz="2400" b="1">
                <a:solidFill>
                  <a:srgbClr val="F4F7FB"/>
                </a:solidFill>
              </a:defRPr>
            </a:lvl5pPr>
            <a:lvl6pPr algn="l">
              <a:buNone/>
              <a:defRPr sz="2400" b="1">
                <a:solidFill>
                  <a:srgbClr val="F4F7FB"/>
                </a:solidFill>
              </a:defRPr>
            </a:lvl6pPr>
            <a:lvl7pPr algn="l">
              <a:buNone/>
              <a:defRPr sz="2400" b="1">
                <a:solidFill>
                  <a:srgbClr val="F4F7FB"/>
                </a:solidFill>
              </a:defRPr>
            </a:lvl7pPr>
            <a:lvl8pPr algn="l">
              <a:buNone/>
              <a:defRPr sz="2400" b="1">
                <a:solidFill>
                  <a:srgbClr val="F4F7FB"/>
                </a:solidFill>
              </a:defRPr>
            </a:lvl8pPr>
            <a:lvl9pPr algn="l">
              <a:buNone/>
              <a:defRPr sz="240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4F7FB"/>
                </a:solidFill>
              </a:defRPr>
            </a:pPr>
            <a:r>
              <a:rPr sz="2400" b="1">
                <a:solidFill>
                  <a:srgbClr val="F4F7FB"/>
                </a:solidFill>
              </a:rPr>
              <a:t>Висновки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9B3A7-BFE1-48B2-91EA-37A89CD2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200" b="1">
                <a:solidFill>
                  <a:srgbClr val="39D4C7"/>
                </a:solidFill>
              </a:defRPr>
            </a:defPPr>
            <a:lvl1pPr algn="l">
              <a:buNone/>
              <a:defRPr sz="4200" b="1">
                <a:solidFill>
                  <a:srgbClr val="39D4C7"/>
                </a:solidFill>
              </a:defRPr>
            </a:lvl1pPr>
            <a:lvl2pPr algn="l">
              <a:buNone/>
              <a:defRPr sz="4200" b="1">
                <a:solidFill>
                  <a:srgbClr val="39D4C7"/>
                </a:solidFill>
              </a:defRPr>
            </a:lvl2pPr>
            <a:lvl3pPr algn="l">
              <a:buNone/>
              <a:defRPr sz="4200" b="1">
                <a:solidFill>
                  <a:srgbClr val="39D4C7"/>
                </a:solidFill>
              </a:defRPr>
            </a:lvl3pPr>
            <a:lvl4pPr algn="l">
              <a:buNone/>
              <a:defRPr sz="4200" b="1">
                <a:solidFill>
                  <a:srgbClr val="39D4C7"/>
                </a:solidFill>
              </a:defRPr>
            </a:lvl4pPr>
            <a:lvl5pPr algn="l">
              <a:buNone/>
              <a:defRPr sz="4200" b="1">
                <a:solidFill>
                  <a:srgbClr val="39D4C7"/>
                </a:solidFill>
              </a:defRPr>
            </a:lvl5pPr>
            <a:lvl6pPr algn="l">
              <a:buNone/>
              <a:defRPr sz="4200" b="1">
                <a:solidFill>
                  <a:srgbClr val="39D4C7"/>
                </a:solidFill>
              </a:defRPr>
            </a:lvl6pPr>
            <a:lvl7pPr algn="l">
              <a:buNone/>
              <a:defRPr sz="4200" b="1">
                <a:solidFill>
                  <a:srgbClr val="39D4C7"/>
                </a:solidFill>
              </a:defRPr>
            </a:lvl7pPr>
            <a:lvl8pPr algn="l">
              <a:buNone/>
              <a:defRPr sz="4200" b="1">
                <a:solidFill>
                  <a:srgbClr val="39D4C7"/>
                </a:solidFill>
              </a:defRPr>
            </a:lvl8pPr>
            <a:lvl9pPr algn="l">
              <a:buNone/>
              <a:defRPr sz="420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4200" b="1">
                <a:solidFill>
                  <a:srgbClr val="39D4C7"/>
                </a:solidFill>
              </a:defRPr>
            </a:pPr>
            <a:r>
              <a:rPr sz="4200" b="1">
                <a:solidFill>
                  <a:srgbClr val="39D4C7"/>
                </a:solidFill>
              </a:rPr>
              <a:t>READY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7FA1B-51C2-42D4-BD41-820D7758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81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AB8CC"/>
                </a:solidFill>
              </a:defRPr>
            </a:defPPr>
            <a:lvl1pPr algn="l">
              <a:buNone/>
              <a:defRPr sz="1350" b="0">
                <a:solidFill>
                  <a:srgbClr val="AAB8CC"/>
                </a:solidFill>
              </a:defRPr>
            </a:lvl1pPr>
            <a:lvl2pPr algn="l">
              <a:buNone/>
              <a:defRPr sz="1350" b="0">
                <a:solidFill>
                  <a:srgbClr val="AAB8CC"/>
                </a:solidFill>
              </a:defRPr>
            </a:lvl2pPr>
            <a:lvl3pPr algn="l">
              <a:buNone/>
              <a:defRPr sz="1350" b="0">
                <a:solidFill>
                  <a:srgbClr val="AAB8CC"/>
                </a:solidFill>
              </a:defRPr>
            </a:lvl3pPr>
            <a:lvl4pPr algn="l">
              <a:buNone/>
              <a:defRPr sz="1350" b="0">
                <a:solidFill>
                  <a:srgbClr val="AAB8CC"/>
                </a:solidFill>
              </a:defRPr>
            </a:lvl4pPr>
            <a:lvl5pPr algn="l">
              <a:buNone/>
              <a:defRPr sz="1350" b="0">
                <a:solidFill>
                  <a:srgbClr val="AAB8CC"/>
                </a:solidFill>
              </a:defRPr>
            </a:lvl5pPr>
            <a:lvl6pPr algn="l">
              <a:buNone/>
              <a:defRPr sz="1350" b="0">
                <a:solidFill>
                  <a:srgbClr val="AAB8CC"/>
                </a:solidFill>
              </a:defRPr>
            </a:lvl6pPr>
            <a:lvl7pPr algn="l">
              <a:buNone/>
              <a:defRPr sz="1350" b="0">
                <a:solidFill>
                  <a:srgbClr val="AAB8CC"/>
                </a:solidFill>
              </a:defRPr>
            </a:lvl7pPr>
            <a:lvl8pPr algn="l">
              <a:buNone/>
              <a:defRPr sz="1350" b="0">
                <a:solidFill>
                  <a:srgbClr val="AAB8CC"/>
                </a:solidFill>
              </a:defRPr>
            </a:lvl8pPr>
            <a:lvl9pPr algn="l">
              <a:buNone/>
              <a:defRPr sz="1350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AAB8CC"/>
                </a:solidFill>
              </a:defRPr>
            </a:pPr>
            <a:r>
              <a:rPr sz="1350" b="0">
                <a:solidFill>
                  <a:srgbClr val="AAB8CC"/>
                </a:solidFill>
              </a:rPr>
              <a:t>Acceptance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F97F2-FD2C-4354-B621-C170AD21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52625"/>
            <a:ext cx="590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B"/>
                </a:solidFill>
              </a:defRPr>
            </a:defPPr>
            <a:lvl1pPr algn="l">
              <a:buNone/>
              <a:defRPr sz="2550" b="1">
                <a:solidFill>
                  <a:srgbClr val="F4F7FB"/>
                </a:solidFill>
              </a:defRPr>
            </a:lvl1pPr>
            <a:lvl2pPr algn="l">
              <a:buNone/>
              <a:defRPr sz="2550" b="1">
                <a:solidFill>
                  <a:srgbClr val="F4F7FB"/>
                </a:solidFill>
              </a:defRPr>
            </a:lvl2pPr>
            <a:lvl3pPr algn="l">
              <a:buNone/>
              <a:defRPr sz="2550" b="1">
                <a:solidFill>
                  <a:srgbClr val="F4F7FB"/>
                </a:solidFill>
              </a:defRPr>
            </a:lvl3pPr>
            <a:lvl4pPr algn="l">
              <a:buNone/>
              <a:defRPr sz="2550" b="1">
                <a:solidFill>
                  <a:srgbClr val="F4F7FB"/>
                </a:solidFill>
              </a:defRPr>
            </a:lvl4pPr>
            <a:lvl5pPr algn="l">
              <a:buNone/>
              <a:defRPr sz="2550" b="1">
                <a:solidFill>
                  <a:srgbClr val="F4F7FB"/>
                </a:solidFill>
              </a:defRPr>
            </a:lvl5pPr>
            <a:lvl6pPr algn="l">
              <a:buNone/>
              <a:defRPr sz="2550" b="1">
                <a:solidFill>
                  <a:srgbClr val="F4F7FB"/>
                </a:solidFill>
              </a:defRPr>
            </a:lvl6pPr>
            <a:lvl7pPr algn="l">
              <a:buNone/>
              <a:defRPr sz="2550" b="1">
                <a:solidFill>
                  <a:srgbClr val="F4F7FB"/>
                </a:solidFill>
              </a:defRPr>
            </a:lvl7pPr>
            <a:lvl8pPr algn="l">
              <a:buNone/>
              <a:defRPr sz="2550" b="1">
                <a:solidFill>
                  <a:srgbClr val="F4F7FB"/>
                </a:solidFill>
              </a:defRPr>
            </a:lvl8pPr>
            <a:lvl9pPr algn="l">
              <a:buNone/>
              <a:defRPr sz="2550" b="1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F4F7FB"/>
                </a:solidFill>
              </a:defRPr>
            </a:pPr>
            <a:r>
              <a:rPr sz="2550" b="1">
                <a:solidFill>
                  <a:srgbClr val="F4F7FB"/>
                </a:solidFill>
              </a:rPr>
              <a:t>READY FOR LAB 7 DEFENSE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4F7FB"/>
                </a:solidFill>
              </a:defRPr>
            </a:pPr>
            <a:r>
              <a:rPr sz="2550" b="1">
                <a:solidFill>
                  <a:srgbClr val="F4F7FB"/>
                </a:solidFill>
              </a:rPr>
              <a:t>WITH LIMITATIONS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8A531-49EF-4734-8773-704709E5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C6EEA-5EB9-46EA-9D20-BCCB2388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00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Atomic Smart Rule intent і Room v6 перевірено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99FF6-628A-4782-9AEC-E2406160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761E87-B8B7-4FC0-B4FC-DA2EDABE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81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</a:defRPr>
            </a:defPPr>
            <a:lvl1pPr algn="l">
              <a:buNone/>
              <a:defRPr sz="1500" b="0">
                <a:solidFill>
                  <a:srgbClr val="F4F7FB"/>
                </a:solidFill>
              </a:defRPr>
            </a:lvl1pPr>
            <a:lvl2pPr algn="l">
              <a:buNone/>
              <a:defRPr sz="1500" b="0">
                <a:solidFill>
                  <a:srgbClr val="F4F7FB"/>
                </a:solidFill>
              </a:defRPr>
            </a:lvl2pPr>
            <a:lvl3pPr algn="l">
              <a:buNone/>
              <a:defRPr sz="1500" b="0">
                <a:solidFill>
                  <a:srgbClr val="F4F7FB"/>
                </a:solidFill>
              </a:defRPr>
            </a:lvl3pPr>
            <a:lvl4pPr algn="l">
              <a:buNone/>
              <a:defRPr sz="1500" b="0">
                <a:solidFill>
                  <a:srgbClr val="F4F7FB"/>
                </a:solidFill>
              </a:defRPr>
            </a:lvl4pPr>
            <a:lvl5pPr algn="l">
              <a:buNone/>
              <a:defRPr sz="1500" b="0">
                <a:solidFill>
                  <a:srgbClr val="F4F7FB"/>
                </a:solidFill>
              </a:defRPr>
            </a:lvl5pPr>
            <a:lvl6pPr algn="l">
              <a:buNone/>
              <a:defRPr sz="1500" b="0">
                <a:solidFill>
                  <a:srgbClr val="F4F7FB"/>
                </a:solidFill>
              </a:defRPr>
            </a:lvl6pPr>
            <a:lvl7pPr algn="l">
              <a:buNone/>
              <a:defRPr sz="1500" b="0">
                <a:solidFill>
                  <a:srgbClr val="F4F7FB"/>
                </a:solidFill>
              </a:defRPr>
            </a:lvl7pPr>
            <a:lvl8pPr algn="l">
              <a:buNone/>
              <a:defRPr sz="1500" b="0">
                <a:solidFill>
                  <a:srgbClr val="F4F7FB"/>
                </a:solidFill>
              </a:defRPr>
            </a:lvl8pPr>
            <a:lvl9pPr algn="l">
              <a:buNone/>
              <a:defRPr sz="1500" b="0">
                <a:solidFill>
                  <a:srgbClr val="F4F7FB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Correlated TFLite, BLE і Firebase E2E пройдено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12A10-728F-462D-97F8-24E1F4E3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9D4C7"/>
                </a:solidFill>
              </a:defRPr>
            </a:defPPr>
            <a:lvl1pPr algn="l">
              <a:buNone/>
              <a:defRPr sz="1650" b="1">
                <a:solidFill>
                  <a:srgbClr val="39D4C7"/>
                </a:solidFill>
              </a:defRPr>
            </a:lvl1pPr>
            <a:lvl2pPr algn="l">
              <a:buNone/>
              <a:defRPr sz="1650" b="1">
                <a:solidFill>
                  <a:srgbClr val="39D4C7"/>
                </a:solidFill>
              </a:defRPr>
            </a:lvl2pPr>
            <a:lvl3pPr algn="l">
              <a:buNone/>
              <a:defRPr sz="1650" b="1">
                <a:solidFill>
                  <a:srgbClr val="39D4C7"/>
                </a:solidFill>
              </a:defRPr>
            </a:lvl3pPr>
            <a:lvl4pPr algn="l">
              <a:buNone/>
              <a:defRPr sz="1650" b="1">
                <a:solidFill>
                  <a:srgbClr val="39D4C7"/>
                </a:solidFill>
              </a:defRPr>
            </a:lvl4pPr>
            <a:lvl5pPr algn="l">
              <a:buNone/>
              <a:defRPr sz="1650" b="1">
                <a:solidFill>
                  <a:srgbClr val="39D4C7"/>
                </a:solidFill>
              </a:defRPr>
            </a:lvl5pPr>
            <a:lvl6pPr algn="l">
              <a:buNone/>
              <a:defRPr sz="1650" b="1">
                <a:solidFill>
                  <a:srgbClr val="39D4C7"/>
                </a:solidFill>
              </a:defRPr>
            </a:lvl6pPr>
            <a:lvl7pPr algn="l">
              <a:buNone/>
              <a:defRPr sz="1650" b="1">
                <a:solidFill>
                  <a:srgbClr val="39D4C7"/>
                </a:solidFill>
              </a:defRPr>
            </a:lvl7pPr>
            <a:lvl8pPr algn="l">
              <a:buNone/>
              <a:defRPr sz="1650" b="1">
                <a:solidFill>
                  <a:srgbClr val="39D4C7"/>
                </a:solidFill>
              </a:defRPr>
            </a:lvl8pPr>
            <a:lvl9pPr algn="l">
              <a:buNone/>
              <a:defRPr sz="1650" b="1">
                <a:solidFill>
                  <a:srgbClr val="39D4C7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39D4C7"/>
                </a:solidFill>
              </a:defRPr>
            </a:pPr>
            <a:r>
              <a:rPr sz="1650" b="1">
                <a:solidFill>
                  <a:srgbClr val="39D4C7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8FD5B-43CF-4B97-9D0A-46DC23E3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F7777"/>
                </a:solidFill>
              </a:defRPr>
            </a:defPPr>
            <a:lvl1pPr algn="l">
              <a:buNone/>
              <a:defRPr sz="1500" b="0">
                <a:solidFill>
                  <a:srgbClr val="FF7777"/>
                </a:solidFill>
              </a:defRPr>
            </a:lvl1pPr>
            <a:lvl2pPr algn="l">
              <a:buNone/>
              <a:defRPr sz="1500" b="0">
                <a:solidFill>
                  <a:srgbClr val="FF7777"/>
                </a:solidFill>
              </a:defRPr>
            </a:lvl2pPr>
            <a:lvl3pPr algn="l">
              <a:buNone/>
              <a:defRPr sz="1500" b="0">
                <a:solidFill>
                  <a:srgbClr val="FF7777"/>
                </a:solidFill>
              </a:defRPr>
            </a:lvl3pPr>
            <a:lvl4pPr algn="l">
              <a:buNone/>
              <a:defRPr sz="1500" b="0">
                <a:solidFill>
                  <a:srgbClr val="FF7777"/>
                </a:solidFill>
              </a:defRPr>
            </a:lvl4pPr>
            <a:lvl5pPr algn="l">
              <a:buNone/>
              <a:defRPr sz="1500" b="0">
                <a:solidFill>
                  <a:srgbClr val="FF7777"/>
                </a:solidFill>
              </a:defRPr>
            </a:lvl5pPr>
            <a:lvl6pPr algn="l">
              <a:buNone/>
              <a:defRPr sz="1500" b="0">
                <a:solidFill>
                  <a:srgbClr val="FF7777"/>
                </a:solidFill>
              </a:defRPr>
            </a:lvl6pPr>
            <a:lvl7pPr algn="l">
              <a:buNone/>
              <a:defRPr sz="1500" b="0">
                <a:solidFill>
                  <a:srgbClr val="FF7777"/>
                </a:solidFill>
              </a:defRPr>
            </a:lvl7pPr>
            <a:lvl8pPr algn="l">
              <a:buNone/>
              <a:defRPr sz="1500" b="0">
                <a:solidFill>
                  <a:srgbClr val="FF7777"/>
                </a:solidFill>
              </a:defRPr>
            </a:lvl8pPr>
            <a:lvl9pPr algn="l">
              <a:buNone/>
              <a:defRPr sz="1500" b="0">
                <a:solidFill>
                  <a:srgbClr val="FF7777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F7777"/>
                </a:solidFill>
              </a:defRPr>
            </a:pPr>
            <a:r>
              <a:rPr sz="1500" b="0">
                <a:solidFill>
                  <a:srgbClr val="FF7777"/>
                </a:solidFill>
              </a:rPr>
              <a:t>Production NO-GO: jank, physical BLE, real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C5BC3C-EBAD-4988-AD56-1F86792C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AB8CC"/>
                </a:solidFill>
              </a:defRPr>
            </a:defPPr>
            <a:lvl1pPr algn="l">
              <a:buNone/>
              <a:defRPr sz="825" b="0">
                <a:solidFill>
                  <a:srgbClr val="AAB8CC"/>
                </a:solidFill>
              </a:defRPr>
            </a:lvl1pPr>
            <a:lvl2pPr algn="l">
              <a:buNone/>
              <a:defRPr sz="825" b="0">
                <a:solidFill>
                  <a:srgbClr val="AAB8CC"/>
                </a:solidFill>
              </a:defRPr>
            </a:lvl2pPr>
            <a:lvl3pPr algn="l">
              <a:buNone/>
              <a:defRPr sz="825" b="0">
                <a:solidFill>
                  <a:srgbClr val="AAB8CC"/>
                </a:solidFill>
              </a:defRPr>
            </a:lvl3pPr>
            <a:lvl4pPr algn="l">
              <a:buNone/>
              <a:defRPr sz="825" b="0">
                <a:solidFill>
                  <a:srgbClr val="AAB8CC"/>
                </a:solidFill>
              </a:defRPr>
            </a:lvl4pPr>
            <a:lvl5pPr algn="l">
              <a:buNone/>
              <a:defRPr sz="825" b="0">
                <a:solidFill>
                  <a:srgbClr val="AAB8CC"/>
                </a:solidFill>
              </a:defRPr>
            </a:lvl5pPr>
            <a:lvl6pPr algn="l">
              <a:buNone/>
              <a:defRPr sz="825" b="0">
                <a:solidFill>
                  <a:srgbClr val="AAB8CC"/>
                </a:solidFill>
              </a:defRPr>
            </a:lvl6pPr>
            <a:lvl7pPr algn="l">
              <a:buNone/>
              <a:defRPr sz="825" b="0">
                <a:solidFill>
                  <a:srgbClr val="AAB8CC"/>
                </a:solidFill>
              </a:defRPr>
            </a:lvl7pPr>
            <a:lvl8pPr algn="l">
              <a:buNone/>
              <a:defRPr sz="825" b="0">
                <a:solidFill>
                  <a:srgbClr val="AAB8CC"/>
                </a:solidFill>
              </a:defRPr>
            </a:lvl8pPr>
            <a:lvl9pPr algn="l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l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SleepTrackerSimulator   Лабораторна робота №7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C81378-1B72-4712-8336-415B9A44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0">
                <a:solidFill>
                  <a:srgbClr val="AAB8CC"/>
                </a:solidFill>
              </a:defRPr>
            </a:defPPr>
            <a:lvl1pPr algn="r">
              <a:buNone/>
              <a:defRPr sz="825" b="0">
                <a:solidFill>
                  <a:srgbClr val="AAB8CC"/>
                </a:solidFill>
              </a:defRPr>
            </a:lvl1pPr>
            <a:lvl2pPr algn="r">
              <a:buNone/>
              <a:defRPr sz="825" b="0">
                <a:solidFill>
                  <a:srgbClr val="AAB8CC"/>
                </a:solidFill>
              </a:defRPr>
            </a:lvl2pPr>
            <a:lvl3pPr algn="r">
              <a:buNone/>
              <a:defRPr sz="825" b="0">
                <a:solidFill>
                  <a:srgbClr val="AAB8CC"/>
                </a:solidFill>
              </a:defRPr>
            </a:lvl3pPr>
            <a:lvl4pPr algn="r">
              <a:buNone/>
              <a:defRPr sz="825" b="0">
                <a:solidFill>
                  <a:srgbClr val="AAB8CC"/>
                </a:solidFill>
              </a:defRPr>
            </a:lvl4pPr>
            <a:lvl5pPr algn="r">
              <a:buNone/>
              <a:defRPr sz="825" b="0">
                <a:solidFill>
                  <a:srgbClr val="AAB8CC"/>
                </a:solidFill>
              </a:defRPr>
            </a:lvl5pPr>
            <a:lvl6pPr algn="r">
              <a:buNone/>
              <a:defRPr sz="825" b="0">
                <a:solidFill>
                  <a:srgbClr val="AAB8CC"/>
                </a:solidFill>
              </a:defRPr>
            </a:lvl6pPr>
            <a:lvl7pPr algn="r">
              <a:buNone/>
              <a:defRPr sz="825" b="0">
                <a:solidFill>
                  <a:srgbClr val="AAB8CC"/>
                </a:solidFill>
              </a:defRPr>
            </a:lvl7pPr>
            <a:lvl8pPr algn="r">
              <a:buNone/>
              <a:defRPr sz="825" b="0">
                <a:solidFill>
                  <a:srgbClr val="AAB8CC"/>
                </a:solidFill>
              </a:defRPr>
            </a:lvl8pPr>
            <a:lvl9pPr algn="r">
              <a:buNone/>
              <a:defRPr sz="825" b="0">
                <a:solidFill>
                  <a:srgbClr val="AAB8CC"/>
                </a:solidFill>
              </a:defRPr>
            </a:lvl9pPr>
          </a:lstStyle>
          <a:p xmlns:a="http://schemas.openxmlformats.org/drawingml/2006/main">
            <a:pPr algn="r">
              <a:buNone/>
              <a:defRPr sz="825" b="0">
                <a:solidFill>
                  <a:srgbClr val="AAB8CC"/>
                </a:solidFill>
              </a:defRPr>
            </a:pPr>
            <a:r>
              <a:rPr sz="825" b="0">
                <a:solidFill>
                  <a:srgbClr val="AAB8CC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163920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2026-10-20T11:39:21.3420000Z</dcterms:created>
  <dcterms:modified xsi:type="dcterms:W3CDTF">2026-10-20T11:39:21.3420000Z</dcterms:modified>
</coreProperties>
</file>