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ab7d1230064edc" /><Relationship Type="http://schemas.openxmlformats.org/officeDocument/2006/relationships/extended-properties" Target="/docProps/app.xml" Id="R45f324be9f8a49be" /><Relationship Type="http://schemas.openxmlformats.org/officeDocument/2006/relationships/officeDocument" Target="/ppt/presentation.xml" Id="R44f0c806261540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6c1995b50840b9"/>
  </p:sldMasterIdLst>
  <p:notesMasterIdLst>
    <p:notesMasterId xmlns:r="http://schemas.openxmlformats.org/officeDocument/2006/relationships" r:id="R5ef202921725460e"/>
  </p:notesMasterIdLst>
  <p:sldIdLst>
    <p:sldId xmlns:r="http://schemas.openxmlformats.org/officeDocument/2006/relationships" id="256" r:id="Rbf15451d98694b76"/>
    <p:sldId xmlns:r="http://schemas.openxmlformats.org/officeDocument/2006/relationships" id="257" r:id="R17bc2b02bcfa48db"/>
    <p:sldId xmlns:r="http://schemas.openxmlformats.org/officeDocument/2006/relationships" id="258" r:id="R04777171d3504ae0"/>
    <p:sldId xmlns:r="http://schemas.openxmlformats.org/officeDocument/2006/relationships" id="259" r:id="Rae5f41a6ea764b29"/>
    <p:sldId xmlns:r="http://schemas.openxmlformats.org/officeDocument/2006/relationships" id="260" r:id="Rdcc275a79d8a406e"/>
    <p:sldId xmlns:r="http://schemas.openxmlformats.org/officeDocument/2006/relationships" id="261" r:id="R909a6ed2fc9b42dc"/>
    <p:sldId xmlns:r="http://schemas.openxmlformats.org/officeDocument/2006/relationships" id="262" r:id="R4eda3b99c01e44ac"/>
    <p:sldId xmlns:r="http://schemas.openxmlformats.org/officeDocument/2006/relationships" id="263" r:id="R851555da63c7408d"/>
    <p:sldId xmlns:r="http://schemas.openxmlformats.org/officeDocument/2006/relationships" id="264" r:id="R216ffc5b47fa473e"/>
    <p:sldId xmlns:r="http://schemas.openxmlformats.org/officeDocument/2006/relationships" id="265" r:id="R3104cafc49d64619"/>
    <p:sldId xmlns:r="http://schemas.openxmlformats.org/officeDocument/2006/relationships" id="266" r:id="R2b0ebb90c9a44cee"/>
    <p:sldId xmlns:r="http://schemas.openxmlformats.org/officeDocument/2006/relationships" id="267" r:id="Rd001c94dbcb74817"/>
    <p:sldId xmlns:r="http://schemas.openxmlformats.org/officeDocument/2006/relationships" id="268" r:id="Rbc306133e28c4e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78dc7668bf4afe" /><Relationship Type="http://schemas.openxmlformats.org/officeDocument/2006/relationships/slideMaster" Target="/ppt/slideMasters/slideMaster1.xml" Id="Rc76c1995b50840b9" /><Relationship Type="http://schemas.openxmlformats.org/officeDocument/2006/relationships/notesMaster" Target="/ppt/notesMasters/notesMaster1.xml" Id="R5ef202921725460e" /><Relationship Type="http://schemas.openxmlformats.org/officeDocument/2006/relationships/presProps" Target="/ppt/presProps.xml" Id="Rdf4967bf25df46a7" /><Relationship Type="http://schemas.openxmlformats.org/officeDocument/2006/relationships/tableStyles" Target="/ppt/tableStyles.xml" Id="R61adef5ae55f4950" /><Relationship Type="http://schemas.openxmlformats.org/officeDocument/2006/relationships/slide" Target="/ppt/slides/slide1.xml" Id="Rbf15451d98694b76" /><Relationship Type="http://schemas.openxmlformats.org/officeDocument/2006/relationships/slide" Target="/ppt/slides/slide2.xml" Id="R17bc2b02bcfa48db" /><Relationship Type="http://schemas.openxmlformats.org/officeDocument/2006/relationships/slide" Target="/ppt/slides/slide3.xml" Id="R04777171d3504ae0" /><Relationship Type="http://schemas.openxmlformats.org/officeDocument/2006/relationships/slide" Target="/ppt/slides/slide4.xml" Id="Rae5f41a6ea764b29" /><Relationship Type="http://schemas.openxmlformats.org/officeDocument/2006/relationships/slide" Target="/ppt/slides/slide5.xml" Id="Rdcc275a79d8a406e" /><Relationship Type="http://schemas.openxmlformats.org/officeDocument/2006/relationships/slide" Target="/ppt/slides/slide6.xml" Id="R909a6ed2fc9b42dc" /><Relationship Type="http://schemas.openxmlformats.org/officeDocument/2006/relationships/slide" Target="/ppt/slides/slide7.xml" Id="R4eda3b99c01e44ac" /><Relationship Type="http://schemas.openxmlformats.org/officeDocument/2006/relationships/slide" Target="/ppt/slides/slide8.xml" Id="R851555da63c7408d" /><Relationship Type="http://schemas.openxmlformats.org/officeDocument/2006/relationships/slide" Target="/ppt/slides/slide9.xml" Id="R216ffc5b47fa473e" /><Relationship Type="http://schemas.openxmlformats.org/officeDocument/2006/relationships/slide" Target="/ppt/slides/slide10.xml" Id="R3104cafc49d64619" /><Relationship Type="http://schemas.openxmlformats.org/officeDocument/2006/relationships/slide" Target="/ppt/slides/slide11.xml" Id="R2b0ebb90c9a44cee" /><Relationship Type="http://schemas.openxmlformats.org/officeDocument/2006/relationships/slide" Target="/ppt/slides/slide12.xml" Id="Rd001c94dbcb74817" /><Relationship Type="http://schemas.openxmlformats.org/officeDocument/2006/relationships/slide" Target="/ppt/slides/slide13.xml" Id="Rbc306133e28c4e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6cdbab644247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fc695c5bba4bad" /><Relationship Type="http://schemas.openxmlformats.org/officeDocument/2006/relationships/notesMaster" Target="/ppt/notesMasters/notesMaster1.xml" Id="R62cb052610304b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27eb71af1b4291" /><Relationship Type="http://schemas.openxmlformats.org/officeDocument/2006/relationships/notesMaster" Target="/ppt/notesMasters/notesMaster1.xml" Id="Rd2415dad1f3b4e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7ed64e7cbe423f" /><Relationship Type="http://schemas.openxmlformats.org/officeDocument/2006/relationships/notesMaster" Target="/ppt/notesMasters/notesMaster1.xml" Id="R43713a6c61da49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bfb0f318a541ac" /><Relationship Type="http://schemas.openxmlformats.org/officeDocument/2006/relationships/notesMaster" Target="/ppt/notesMasters/notesMaster1.xml" Id="R63e17f42b35540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8e9140bcac4a7f" /><Relationship Type="http://schemas.openxmlformats.org/officeDocument/2006/relationships/notesMaster" Target="/ppt/notesMasters/notesMaster1.xml" Id="R1afbb63cf88541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84e50efb674f4c" /><Relationship Type="http://schemas.openxmlformats.org/officeDocument/2006/relationships/notesMaster" Target="/ppt/notesMasters/notesMaster1.xml" Id="Rc388a21fb7af46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8f6e10e67342c9" /><Relationship Type="http://schemas.openxmlformats.org/officeDocument/2006/relationships/notesMaster" Target="/ppt/notesMasters/notesMaster1.xml" Id="R2c9193f6889448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6a96df428542e8" /><Relationship Type="http://schemas.openxmlformats.org/officeDocument/2006/relationships/notesMaster" Target="/ppt/notesMasters/notesMaster1.xml" Id="Rc3cd6da0bb2d4b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a37450ec664f9a" /><Relationship Type="http://schemas.openxmlformats.org/officeDocument/2006/relationships/notesMaster" Target="/ppt/notesMasters/notesMaster1.xml" Id="R8320fc8917f34f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7dcddaca264e02" /><Relationship Type="http://schemas.openxmlformats.org/officeDocument/2006/relationships/notesMaster" Target="/ppt/notesMasters/notesMaster1.xml" Id="R7162ad85249641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ce443ee02b4f06" /><Relationship Type="http://schemas.openxmlformats.org/officeDocument/2006/relationships/notesMaster" Target="/ppt/notesMasters/notesMaster1.xml" Id="Rdb4c148fd6e940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e8992023d241a6" /><Relationship Type="http://schemas.openxmlformats.org/officeDocument/2006/relationships/notesMaster" Target="/ppt/notesMasters/notesMaster1.xml" Id="R42e71d984a1e46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7d282939aa4c04" /><Relationship Type="http://schemas.openxmlformats.org/officeDocument/2006/relationships/notesMaster" Target="/ppt/notesMasters/notesMaster1.xml" Id="R6bb39e5e6a8345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82411490940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e746a9ece47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5eee9cbb3748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4cd736037b42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e545cd554e47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bf78acdce34d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283AA5-D08A-495E-923E-4A81B9423F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808C720-DAA3-4D90-A03E-C47B47994C9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3648BD4-8393-4375-9D0E-A9C6A12F3E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47865C-FC27-4AAF-AE0E-7A952EA7D5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A69A46F-C3BC-4AA8-B59D-3CA5A0A005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568BB6-CD5E-4A26-BF14-74995C1D3D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E41BCA-0311-48A6-9F8A-20A16C7100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4C90066-4658-4D03-8F67-4F4FA9D441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3857B0-E1E3-4509-BC10-4FE3AD4FE7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8E946C-E4DB-4B27-9AA7-AD813369C6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96338e90c64037" /><Relationship Type="http://schemas.openxmlformats.org/officeDocument/2006/relationships/slideLayout" Target="/ppt/slideLayouts/slideLayout1.xml" Id="R6adb4e713a3e4062" /><Relationship Type="http://schemas.openxmlformats.org/officeDocument/2006/relationships/slideLayout" Target="/ppt/slideLayouts/slideLayout2.xml" Id="R8f51020d4d984b74" /><Relationship Type="http://schemas.openxmlformats.org/officeDocument/2006/relationships/slideLayout" Target="/ppt/slideLayouts/slideLayout3.xml" Id="R81a82f6f94aa4b42" /><Relationship Type="http://schemas.openxmlformats.org/officeDocument/2006/relationships/slideLayout" Target="/ppt/slideLayouts/slideLayout4.xml" Id="R368e698e98084d57" /><Relationship Type="http://schemas.openxmlformats.org/officeDocument/2006/relationships/slideLayout" Target="/ppt/slideLayouts/slideLayout5.xml" Id="Rd07f1c79d23c4637" /><Relationship Type="http://schemas.openxmlformats.org/officeDocument/2006/relationships/slideLayout" Target="/ppt/slideLayouts/slideLayout6.xml" Id="Recf62855932d46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db4e713a3e4062"/>
    <p:sldLayoutId xmlns:r="http://schemas.openxmlformats.org/officeDocument/2006/relationships" id="2147483650" r:id="R8f51020d4d984b74"/>
    <p:sldLayoutId xmlns:r="http://schemas.openxmlformats.org/officeDocument/2006/relationships" id="2147483651" r:id="R81a82f6f94aa4b42"/>
    <p:sldLayoutId xmlns:r="http://schemas.openxmlformats.org/officeDocument/2006/relationships" id="2147483652" r:id="R368e698e98084d57"/>
    <p:sldLayoutId xmlns:r="http://schemas.openxmlformats.org/officeDocument/2006/relationships" id="2147483653" r:id="Rd07f1c79d23c4637"/>
    <p:sldLayoutId xmlns:r="http://schemas.openxmlformats.org/officeDocument/2006/relationships" id="2147483654" r:id="Recf62855932d46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efd5cdd9c04a9f" /><Relationship Type="http://schemas.openxmlformats.org/officeDocument/2006/relationships/notesSlide" Target="/ppt/notesSlides/notesSlide1.xml" Id="R13caccdddea442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fe7b6af21b4ba5" /><Relationship Type="http://schemas.openxmlformats.org/officeDocument/2006/relationships/notesSlide" Target="/ppt/notesSlides/notesSlide2.xml" Id="R85ef636620db42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ab5e57d5f94ac8" /><Relationship Type="http://schemas.openxmlformats.org/officeDocument/2006/relationships/notesSlide" Target="/ppt/notesSlides/notesSlide3.xml" Id="R068126080bd94a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3336f563914172" /><Relationship Type="http://schemas.openxmlformats.org/officeDocument/2006/relationships/notesSlide" Target="/ppt/notesSlides/notesSlide4.xml" Id="R45cc572f7cc74b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6fbd57f4e54ff2" /><Relationship Type="http://schemas.openxmlformats.org/officeDocument/2006/relationships/notesSlide" Target="/ppt/notesSlides/notesSlide5.xml" Id="R79c10f1dfe4044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d8284eb6854f6b" /><Relationship Type="http://schemas.openxmlformats.org/officeDocument/2006/relationships/image" Target="/ppt/media/image.png" Id="R4ee8db4c3c114253" /><Relationship Type="http://schemas.openxmlformats.org/officeDocument/2006/relationships/notesSlide" Target="/ppt/notesSlides/notesSlide6.xml" Id="Re9bb2b0b27994a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50d2310aa34c2a" /><Relationship Type="http://schemas.openxmlformats.org/officeDocument/2006/relationships/notesSlide" Target="/ppt/notesSlides/notesSlide7.xml" Id="R57df08b98e9c4a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52244db0e0496e" /><Relationship Type="http://schemas.openxmlformats.org/officeDocument/2006/relationships/notesSlide" Target="/ppt/notesSlides/notesSlide8.xml" Id="R228d11648f6d41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9bd585c3a848c1" /><Relationship Type="http://schemas.openxmlformats.org/officeDocument/2006/relationships/image" Target="/ppt/media/image2.png" Id="R0813f30f5eff409a" /><Relationship Type="http://schemas.openxmlformats.org/officeDocument/2006/relationships/notesSlide" Target="/ppt/notesSlides/notesSlide9.xml" Id="R611ff255106445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2e39c157874b17" /><Relationship Type="http://schemas.openxmlformats.org/officeDocument/2006/relationships/notesSlide" Target="/ppt/notesSlides/notesSlide10.xml" Id="Rd9a409d2552d45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0c66b75a3d4db2" /><Relationship Type="http://schemas.openxmlformats.org/officeDocument/2006/relationships/notesSlide" Target="/ppt/notesSlides/notesSlide11.xml" Id="R2c584c2eb76849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9f5916a31743b1" /><Relationship Type="http://schemas.openxmlformats.org/officeDocument/2006/relationships/notesSlide" Target="/ppt/notesSlides/notesSlide12.xml" Id="Re70ccb33b1134b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1a171800744d87" /><Relationship Type="http://schemas.openxmlformats.org/officeDocument/2006/relationships/notesSlide" Target="/ppt/notesSlides/notesSlide13.xml" Id="Ra1f0d1fb10c143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4555E-1F45-413B-A065-959B2A4F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050" b="1">
                <a:solidFill>
                  <a:srgbClr val="F4F7FB"/>
                </a:solidFill>
              </a:defRPr>
            </a:defPPr>
            <a:lvl1pPr algn="l">
              <a:defRPr sz="4050" b="1">
                <a:solidFill>
                  <a:srgbClr val="F4F7FB"/>
                </a:solidFill>
              </a:defRPr>
            </a:lvl1pPr>
            <a:lvl2pPr algn="l">
              <a:defRPr sz="4050" b="1">
                <a:solidFill>
                  <a:srgbClr val="F4F7FB"/>
                </a:solidFill>
              </a:defRPr>
            </a:lvl2pPr>
            <a:lvl3pPr algn="l">
              <a:defRPr sz="4050" b="1">
                <a:solidFill>
                  <a:srgbClr val="F4F7FB"/>
                </a:solidFill>
              </a:defRPr>
            </a:lvl3pPr>
            <a:lvl4pPr algn="l">
              <a:defRPr sz="4050" b="1">
                <a:solidFill>
                  <a:srgbClr val="F4F7FB"/>
                </a:solidFill>
              </a:defRPr>
            </a:lvl4pPr>
            <a:lvl5pPr algn="l">
              <a:defRPr sz="4050" b="1">
                <a:solidFill>
                  <a:srgbClr val="F4F7FB"/>
                </a:solidFill>
              </a:defRPr>
            </a:lvl5pPr>
            <a:lvl6pPr algn="l">
              <a:defRPr sz="4050" b="1">
                <a:solidFill>
                  <a:srgbClr val="F4F7FB"/>
                </a:solidFill>
              </a:defRPr>
            </a:lvl6pPr>
            <a:lvl7pPr algn="l">
              <a:defRPr sz="4050" b="1">
                <a:solidFill>
                  <a:srgbClr val="F4F7FB"/>
                </a:solidFill>
              </a:defRPr>
            </a:lvl7pPr>
            <a:lvl8pPr algn="l">
              <a:defRPr sz="4050" b="1">
                <a:solidFill>
                  <a:srgbClr val="F4F7FB"/>
                </a:solidFill>
              </a:defRPr>
            </a:lvl8pPr>
            <a:lvl9pPr algn="l">
              <a:defRPr sz="4050" b="1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4F7FB"/>
                </a:solidFill>
              </a:defRPr>
            </a:pPr>
            <a:r>
              <a:rPr sz="4050" b="1">
                <a:solidFill>
                  <a:srgbClr val="F4F7FB"/>
                </a:solidFill>
              </a:rPr>
              <a:t>Sleep Tracker</a:t>
            </a:r>
          </a:p>
          <a:p xmlns:a="http://schemas.openxmlformats.org/drawingml/2006/main">
            <a:pPr algn="l">
              <a:defRPr sz="4050" b="1">
                <a:solidFill>
                  <a:srgbClr val="F4F7FB"/>
                </a:solidFill>
              </a:defRPr>
            </a:pPr>
            <a:r>
              <a:rPr sz="4050" b="1">
                <a:solidFill>
                  <a:srgbClr val="F4F7FB"/>
                </a:solidFill>
              </a:rPr>
              <a:t>Simulator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D08BF-0010-45DD-84FD-848B2D21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39D4C7"/>
                </a:solidFill>
              </a:defRPr>
            </a:defPPr>
            <a:lvl1pPr algn="l">
              <a:defRPr sz="1800" b="1">
                <a:solidFill>
                  <a:srgbClr val="39D4C7"/>
                </a:solidFill>
              </a:defRPr>
            </a:lvl1pPr>
            <a:lvl2pPr algn="l">
              <a:defRPr sz="1800" b="1">
                <a:solidFill>
                  <a:srgbClr val="39D4C7"/>
                </a:solidFill>
              </a:defRPr>
            </a:lvl2pPr>
            <a:lvl3pPr algn="l">
              <a:defRPr sz="1800" b="1">
                <a:solidFill>
                  <a:srgbClr val="39D4C7"/>
                </a:solidFill>
              </a:defRPr>
            </a:lvl3pPr>
            <a:lvl4pPr algn="l">
              <a:defRPr sz="1800" b="1">
                <a:solidFill>
                  <a:srgbClr val="39D4C7"/>
                </a:solidFill>
              </a:defRPr>
            </a:lvl4pPr>
            <a:lvl5pPr algn="l">
              <a:defRPr sz="1800" b="1">
                <a:solidFill>
                  <a:srgbClr val="39D4C7"/>
                </a:solidFill>
              </a:defRPr>
            </a:lvl5pPr>
            <a:lvl6pPr algn="l">
              <a:defRPr sz="1800" b="1">
                <a:solidFill>
                  <a:srgbClr val="39D4C7"/>
                </a:solidFill>
              </a:defRPr>
            </a:lvl6pPr>
            <a:lvl7pPr algn="l">
              <a:defRPr sz="1800" b="1">
                <a:solidFill>
                  <a:srgbClr val="39D4C7"/>
                </a:solidFill>
              </a:defRPr>
            </a:lvl7pPr>
            <a:lvl8pPr algn="l">
              <a:defRPr sz="1800" b="1">
                <a:solidFill>
                  <a:srgbClr val="39D4C7"/>
                </a:solidFill>
              </a:defRPr>
            </a:lvl8pPr>
            <a:lvl9pPr algn="l">
              <a:defRPr sz="180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9D4C7"/>
                </a:solidFill>
              </a:defRPr>
            </a:pPr>
            <a:r>
              <a:rPr sz="1800" b="1">
                <a:solidFill>
                  <a:srgbClr val="39D4C7"/>
                </a:solidFill>
              </a:rPr>
              <a:t>Лабораторна робота №7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263E9-BAE9-400E-8763-01BB3E83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AAB8CC"/>
                </a:solidFill>
              </a:defRPr>
            </a:defPPr>
            <a:lvl1pPr algn="l">
              <a:defRPr sz="1800" b="0">
                <a:solidFill>
                  <a:srgbClr val="AAB8CC"/>
                </a:solidFill>
              </a:defRPr>
            </a:lvl1pPr>
            <a:lvl2pPr algn="l">
              <a:defRPr sz="1800" b="0">
                <a:solidFill>
                  <a:srgbClr val="AAB8CC"/>
                </a:solidFill>
              </a:defRPr>
            </a:lvl2pPr>
            <a:lvl3pPr algn="l">
              <a:defRPr sz="1800" b="0">
                <a:solidFill>
                  <a:srgbClr val="AAB8CC"/>
                </a:solidFill>
              </a:defRPr>
            </a:lvl3pPr>
            <a:lvl4pPr algn="l">
              <a:defRPr sz="1800" b="0">
                <a:solidFill>
                  <a:srgbClr val="AAB8CC"/>
                </a:solidFill>
              </a:defRPr>
            </a:lvl4pPr>
            <a:lvl5pPr algn="l">
              <a:defRPr sz="1800" b="0">
                <a:solidFill>
                  <a:srgbClr val="AAB8CC"/>
                </a:solidFill>
              </a:defRPr>
            </a:lvl5pPr>
            <a:lvl6pPr algn="l">
              <a:defRPr sz="1800" b="0">
                <a:solidFill>
                  <a:srgbClr val="AAB8CC"/>
                </a:solidFill>
              </a:defRPr>
            </a:lvl6pPr>
            <a:lvl7pPr algn="l">
              <a:defRPr sz="1800" b="0">
                <a:solidFill>
                  <a:srgbClr val="AAB8CC"/>
                </a:solidFill>
              </a:defRPr>
            </a:lvl7pPr>
            <a:lvl8pPr algn="l">
              <a:defRPr sz="1800" b="0">
                <a:solidFill>
                  <a:srgbClr val="AAB8CC"/>
                </a:solidFill>
              </a:defRPr>
            </a:lvl8pPr>
            <a:lvl9pPr algn="l">
              <a:defRPr sz="1800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AB8CC"/>
                </a:solidFill>
              </a:defRPr>
            </a:pPr>
            <a:r>
              <a:rPr sz="1800" b="0">
                <a:solidFill>
                  <a:srgbClr val="AAB8CC"/>
                </a:solidFill>
              </a:rPr>
              <a:t>Цілісна мобільна смарт-система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47620-7BB7-4D4D-AFCA-2FC2ADB4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0"/>
            <a:ext cx="76200" cy="409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49C1D-4A20-4416-A1B0-6BEEE87E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1475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4F7FB"/>
                </a:solidFill>
              </a:defRPr>
            </a:defPPr>
            <a:lvl1pPr algn="l">
              <a:defRPr sz="1500" b="1">
                <a:solidFill>
                  <a:srgbClr val="F4F7FB"/>
                </a:solidFill>
              </a:defRPr>
            </a:lvl1pPr>
            <a:lvl2pPr algn="l">
              <a:defRPr sz="1500" b="1">
                <a:solidFill>
                  <a:srgbClr val="F4F7FB"/>
                </a:solidFill>
              </a:defRPr>
            </a:lvl2pPr>
            <a:lvl3pPr algn="l">
              <a:defRPr sz="1500" b="1">
                <a:solidFill>
                  <a:srgbClr val="F4F7FB"/>
                </a:solidFill>
              </a:defRPr>
            </a:lvl3pPr>
            <a:lvl4pPr algn="l">
              <a:defRPr sz="1500" b="1">
                <a:solidFill>
                  <a:srgbClr val="F4F7FB"/>
                </a:solidFill>
              </a:defRPr>
            </a:lvl4pPr>
            <a:lvl5pPr algn="l">
              <a:defRPr sz="1500" b="1">
                <a:solidFill>
                  <a:srgbClr val="F4F7FB"/>
                </a:solidFill>
              </a:defRPr>
            </a:lvl5pPr>
            <a:lvl6pPr algn="l">
              <a:defRPr sz="1500" b="1">
                <a:solidFill>
                  <a:srgbClr val="F4F7FB"/>
                </a:solidFill>
              </a:defRPr>
            </a:lvl6pPr>
            <a:lvl7pPr algn="l">
              <a:defRPr sz="1500" b="1">
                <a:solidFill>
                  <a:srgbClr val="F4F7FB"/>
                </a:solidFill>
              </a:defRPr>
            </a:lvl7pPr>
            <a:lvl8pPr algn="l">
              <a:defRPr sz="1500" b="1">
                <a:solidFill>
                  <a:srgbClr val="F4F7FB"/>
                </a:solidFill>
              </a:defRPr>
            </a:lvl8pPr>
            <a:lvl9pPr algn="l">
              <a:defRPr sz="1500" b="1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Гончаров Вадим</a:t>
            </a:r>
          </a:p>
          <a:p xmlns:a="http://schemas.openxmlformats.org/drawingml/2006/main">
            <a:pPr algn="l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ОІ-43</a:t>
            </a:r>
          </a:p>
          <a:p xmlns:a="http://schemas.openxmlformats.org/drawingml/2006/main">
            <a:pPr algn="l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877053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A8D4E-9A2E-49C5-85D1-164A7709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39D4C7"/>
                </a:solidFill>
              </a:defRPr>
            </a:defPPr>
            <a:lvl1pPr algn="l">
              <a:defRPr sz="1050" b="1">
                <a:solidFill>
                  <a:srgbClr val="39D4C7"/>
                </a:solidFill>
              </a:defRPr>
            </a:lvl1pPr>
            <a:lvl2pPr algn="l">
              <a:defRPr sz="1050" b="1">
                <a:solidFill>
                  <a:srgbClr val="39D4C7"/>
                </a:solidFill>
              </a:defRPr>
            </a:lvl2pPr>
            <a:lvl3pPr algn="l">
              <a:defRPr sz="1050" b="1">
                <a:solidFill>
                  <a:srgbClr val="39D4C7"/>
                </a:solidFill>
              </a:defRPr>
            </a:lvl3pPr>
            <a:lvl4pPr algn="l">
              <a:defRPr sz="1050" b="1">
                <a:solidFill>
                  <a:srgbClr val="39D4C7"/>
                </a:solidFill>
              </a:defRPr>
            </a:lvl4pPr>
            <a:lvl5pPr algn="l">
              <a:defRPr sz="1050" b="1">
                <a:solidFill>
                  <a:srgbClr val="39D4C7"/>
                </a:solidFill>
              </a:defRPr>
            </a:lvl5pPr>
            <a:lvl6pPr algn="l">
              <a:defRPr sz="1050" b="1">
                <a:solidFill>
                  <a:srgbClr val="39D4C7"/>
                </a:solidFill>
              </a:defRPr>
            </a:lvl6pPr>
            <a:lvl7pPr algn="l">
              <a:defRPr sz="1050" b="1">
                <a:solidFill>
                  <a:srgbClr val="39D4C7"/>
                </a:solidFill>
              </a:defRPr>
            </a:lvl7pPr>
            <a:lvl8pPr algn="l">
              <a:defRPr sz="1050" b="1">
                <a:solidFill>
                  <a:srgbClr val="39D4C7"/>
                </a:solidFill>
              </a:defRPr>
            </a:lvl8pPr>
            <a:lvl9pPr algn="l">
              <a:defRPr sz="10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9D4C7"/>
                </a:solidFill>
              </a:defRPr>
            </a:pPr>
            <a:r>
              <a:rPr sz="1050" b="1">
                <a:solidFill>
                  <a:srgbClr val="39D4C7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4F41C-5B2E-493E-B698-4270E3E7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F4F7FB"/>
                </a:solidFill>
              </a:defRPr>
            </a:defPPr>
            <a:lvl1pPr algn="l">
              <a:defRPr sz="2400" b="1">
                <a:solidFill>
                  <a:srgbClr val="F4F7FB"/>
                </a:solidFill>
              </a:defRPr>
            </a:lvl1pPr>
            <a:lvl2pPr algn="l">
              <a:defRPr sz="2400" b="1">
                <a:solidFill>
                  <a:srgbClr val="F4F7FB"/>
                </a:solidFill>
              </a:defRPr>
            </a:lvl2pPr>
            <a:lvl3pPr algn="l">
              <a:defRPr sz="2400" b="1">
                <a:solidFill>
                  <a:srgbClr val="F4F7FB"/>
                </a:solidFill>
              </a:defRPr>
            </a:lvl3pPr>
            <a:lvl4pPr algn="l">
              <a:defRPr sz="2400" b="1">
                <a:solidFill>
                  <a:srgbClr val="F4F7FB"/>
                </a:solidFill>
              </a:defRPr>
            </a:lvl4pPr>
            <a:lvl5pPr algn="l">
              <a:defRPr sz="2400" b="1">
                <a:solidFill>
                  <a:srgbClr val="F4F7FB"/>
                </a:solidFill>
              </a:defRPr>
            </a:lvl5pPr>
            <a:lvl6pPr algn="l">
              <a:defRPr sz="2400" b="1">
                <a:solidFill>
                  <a:srgbClr val="F4F7FB"/>
                </a:solidFill>
              </a:defRPr>
            </a:lvl6pPr>
            <a:lvl7pPr algn="l">
              <a:defRPr sz="2400" b="1">
                <a:solidFill>
                  <a:srgbClr val="F4F7FB"/>
                </a:solidFill>
              </a:defRPr>
            </a:lvl7pPr>
            <a:lvl8pPr algn="l">
              <a:defRPr sz="2400" b="1">
                <a:solidFill>
                  <a:srgbClr val="F4F7FB"/>
                </a:solidFill>
              </a:defRPr>
            </a:lvl8pPr>
            <a:lvl9pPr algn="l">
              <a:defRPr sz="2400" b="1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4F7FB"/>
                </a:solidFill>
              </a:defRPr>
            </a:pPr>
            <a:r>
              <a:rPr sz="2400" b="1">
                <a:solidFill>
                  <a:srgbClr val="F4F7FB"/>
                </a:solidFill>
              </a:rPr>
              <a:t>Мета проєкту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A5E57-C2D7-45F7-BDEA-143E6313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090EA-7C1D-4CC5-8AF4-2E7050F5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</a:defRPr>
            </a:defPPr>
            <a:lvl1pPr algn="l">
              <a:defRPr sz="1500" b="0">
                <a:solidFill>
                  <a:srgbClr val="F4F7FB"/>
                </a:solidFill>
              </a:defRPr>
            </a:lvl1pPr>
            <a:lvl2pPr algn="l">
              <a:defRPr sz="1500" b="0">
                <a:solidFill>
                  <a:srgbClr val="F4F7FB"/>
                </a:solidFill>
              </a:defRPr>
            </a:lvl2pPr>
            <a:lvl3pPr algn="l">
              <a:defRPr sz="1500" b="0">
                <a:solidFill>
                  <a:srgbClr val="F4F7FB"/>
                </a:solidFill>
              </a:defRPr>
            </a:lvl3pPr>
            <a:lvl4pPr algn="l">
              <a:defRPr sz="1500" b="0">
                <a:solidFill>
                  <a:srgbClr val="F4F7FB"/>
                </a:solidFill>
              </a:defRPr>
            </a:lvl4pPr>
            <a:lvl5pPr algn="l">
              <a:defRPr sz="1500" b="0">
                <a:solidFill>
                  <a:srgbClr val="F4F7FB"/>
                </a:solidFill>
              </a:defRPr>
            </a:lvl5pPr>
            <a:lvl6pPr algn="l">
              <a:defRPr sz="1500" b="0">
                <a:solidFill>
                  <a:srgbClr val="F4F7FB"/>
                </a:solidFill>
              </a:defRPr>
            </a:lvl6pPr>
            <a:lvl7pPr algn="l">
              <a:defRPr sz="1500" b="0">
                <a:solidFill>
                  <a:srgbClr val="F4F7FB"/>
                </a:solidFill>
              </a:defRPr>
            </a:lvl7pPr>
            <a:lvl8pPr algn="l">
              <a:defRPr sz="1500" b="0">
                <a:solidFill>
                  <a:srgbClr val="F4F7FB"/>
                </a:solidFill>
              </a:defRPr>
            </a:lvl8pPr>
            <a:lvl9pPr algn="l">
              <a:defRPr sz="150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Об’єднати sensor, edge ML, storage, cloud, actuator і Mock 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5C6B8-2A26-49DE-BE75-C70156EF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A2F17-6A08-4FE5-991F-C1E12B5F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051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</a:defRPr>
            </a:defPPr>
            <a:lvl1pPr algn="l">
              <a:defRPr sz="1500" b="0">
                <a:solidFill>
                  <a:srgbClr val="F4F7FB"/>
                </a:solidFill>
              </a:defRPr>
            </a:lvl1pPr>
            <a:lvl2pPr algn="l">
              <a:defRPr sz="1500" b="0">
                <a:solidFill>
                  <a:srgbClr val="F4F7FB"/>
                </a:solidFill>
              </a:defRPr>
            </a:lvl2pPr>
            <a:lvl3pPr algn="l">
              <a:defRPr sz="1500" b="0">
                <a:solidFill>
                  <a:srgbClr val="F4F7FB"/>
                </a:solidFill>
              </a:defRPr>
            </a:lvl3pPr>
            <a:lvl4pPr algn="l">
              <a:defRPr sz="1500" b="0">
                <a:solidFill>
                  <a:srgbClr val="F4F7FB"/>
                </a:solidFill>
              </a:defRPr>
            </a:lvl4pPr>
            <a:lvl5pPr algn="l">
              <a:defRPr sz="1500" b="0">
                <a:solidFill>
                  <a:srgbClr val="F4F7FB"/>
                </a:solidFill>
              </a:defRPr>
            </a:lvl5pPr>
            <a:lvl6pPr algn="l">
              <a:defRPr sz="1500" b="0">
                <a:solidFill>
                  <a:srgbClr val="F4F7FB"/>
                </a:solidFill>
              </a:defRPr>
            </a:lvl6pPr>
            <a:lvl7pPr algn="l">
              <a:defRPr sz="1500" b="0">
                <a:solidFill>
                  <a:srgbClr val="F4F7FB"/>
                </a:solidFill>
              </a:defRPr>
            </a:lvl7pPr>
            <a:lvl8pPr algn="l">
              <a:defRPr sz="1500" b="0">
                <a:solidFill>
                  <a:srgbClr val="F4F7FB"/>
                </a:solidFill>
              </a:defRPr>
            </a:lvl8pPr>
            <a:lvl9pPr algn="l">
              <a:defRPr sz="150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Додати persistent user-configurable Smart Scenarios.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E3192-3BCD-4199-8FA7-FD794858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F1A8C-431B-471B-8534-AF96ED67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</a:defRPr>
            </a:defPPr>
            <a:lvl1pPr algn="l">
              <a:defRPr sz="1500" b="0">
                <a:solidFill>
                  <a:srgbClr val="F4F7FB"/>
                </a:solidFill>
              </a:defRPr>
            </a:lvl1pPr>
            <a:lvl2pPr algn="l">
              <a:defRPr sz="1500" b="0">
                <a:solidFill>
                  <a:srgbClr val="F4F7FB"/>
                </a:solidFill>
              </a:defRPr>
            </a:lvl2pPr>
            <a:lvl3pPr algn="l">
              <a:defRPr sz="1500" b="0">
                <a:solidFill>
                  <a:srgbClr val="F4F7FB"/>
                </a:solidFill>
              </a:defRPr>
            </a:lvl3pPr>
            <a:lvl4pPr algn="l">
              <a:defRPr sz="1500" b="0">
                <a:solidFill>
                  <a:srgbClr val="F4F7FB"/>
                </a:solidFill>
              </a:defRPr>
            </a:lvl4pPr>
            <a:lvl5pPr algn="l">
              <a:defRPr sz="1500" b="0">
                <a:solidFill>
                  <a:srgbClr val="F4F7FB"/>
                </a:solidFill>
              </a:defRPr>
            </a:lvl5pPr>
            <a:lvl6pPr algn="l">
              <a:defRPr sz="1500" b="0">
                <a:solidFill>
                  <a:srgbClr val="F4F7FB"/>
                </a:solidFill>
              </a:defRPr>
            </a:lvl6pPr>
            <a:lvl7pPr algn="l">
              <a:defRPr sz="1500" b="0">
                <a:solidFill>
                  <a:srgbClr val="F4F7FB"/>
                </a:solidFill>
              </a:defRPr>
            </a:lvl7pPr>
            <a:lvl8pPr algn="l">
              <a:defRPr sz="1500" b="0">
                <a:solidFill>
                  <a:srgbClr val="F4F7FB"/>
                </a:solidFill>
              </a:defRPr>
            </a:lvl8pPr>
            <a:lvl9pPr algn="l">
              <a:defRPr sz="150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Перевірити lifecycle, offline recovery, migrations і performance.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42428-530A-413B-BF02-C952488E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FF7777"/>
                </a:solidFill>
              </a:defRPr>
            </a:defPPr>
            <a:lvl1pPr algn="l">
              <a:defRPr sz="1950" b="1">
                <a:solidFill>
                  <a:srgbClr val="FF7777"/>
                </a:solidFill>
              </a:defRPr>
            </a:lvl1pPr>
            <a:lvl2pPr algn="l">
              <a:defRPr sz="1950" b="1">
                <a:solidFill>
                  <a:srgbClr val="FF7777"/>
                </a:solidFill>
              </a:defRPr>
            </a:lvl2pPr>
            <a:lvl3pPr algn="l">
              <a:defRPr sz="1950" b="1">
                <a:solidFill>
                  <a:srgbClr val="FF7777"/>
                </a:solidFill>
              </a:defRPr>
            </a:lvl3pPr>
            <a:lvl4pPr algn="l">
              <a:defRPr sz="1950" b="1">
                <a:solidFill>
                  <a:srgbClr val="FF7777"/>
                </a:solidFill>
              </a:defRPr>
            </a:lvl4pPr>
            <a:lvl5pPr algn="l">
              <a:defRPr sz="1950" b="1">
                <a:solidFill>
                  <a:srgbClr val="FF7777"/>
                </a:solidFill>
              </a:defRPr>
            </a:lvl5pPr>
            <a:lvl6pPr algn="l">
              <a:defRPr sz="1950" b="1">
                <a:solidFill>
                  <a:srgbClr val="FF7777"/>
                </a:solidFill>
              </a:defRPr>
            </a:lvl6pPr>
            <a:lvl7pPr algn="l">
              <a:defRPr sz="1950" b="1">
                <a:solidFill>
                  <a:srgbClr val="FF7777"/>
                </a:solidFill>
              </a:defRPr>
            </a:lvl7pPr>
            <a:lvl8pPr algn="l">
              <a:defRPr sz="1950" b="1">
                <a:solidFill>
                  <a:srgbClr val="FF7777"/>
                </a:solidFill>
              </a:defRPr>
            </a:lvl8pPr>
            <a:lvl9pPr algn="l">
              <a:defRPr sz="1950" b="1">
                <a:solidFill>
                  <a:srgbClr val="FF7777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F7777"/>
                </a:solidFill>
              </a:defRPr>
            </a:pPr>
            <a:r>
              <a:rPr sz="1950" b="1">
                <a:solidFill>
                  <a:srgbClr val="FF7777"/>
                </a:solidFill>
              </a:rPr>
              <a:t>Навчальна система. Не медичний пристрій.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8C624-B381-4831-8CEE-6D769F4A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AAB8CC"/>
                </a:solidFill>
              </a:defRPr>
            </a:defPPr>
            <a:lvl1pPr algn="l">
              <a:defRPr sz="825" b="0">
                <a:solidFill>
                  <a:srgbClr val="AAB8CC"/>
                </a:solidFill>
              </a:defRPr>
            </a:lvl1pPr>
            <a:lvl2pPr algn="l">
              <a:defRPr sz="825" b="0">
                <a:solidFill>
                  <a:srgbClr val="AAB8CC"/>
                </a:solidFill>
              </a:defRPr>
            </a:lvl2pPr>
            <a:lvl3pPr algn="l">
              <a:defRPr sz="825" b="0">
                <a:solidFill>
                  <a:srgbClr val="AAB8CC"/>
                </a:solidFill>
              </a:defRPr>
            </a:lvl3pPr>
            <a:lvl4pPr algn="l">
              <a:defRPr sz="825" b="0">
                <a:solidFill>
                  <a:srgbClr val="AAB8CC"/>
                </a:solidFill>
              </a:defRPr>
            </a:lvl4pPr>
            <a:lvl5pPr algn="l">
              <a:defRPr sz="825" b="0">
                <a:solidFill>
                  <a:srgbClr val="AAB8CC"/>
                </a:solidFill>
              </a:defRPr>
            </a:lvl5pPr>
            <a:lvl6pPr algn="l">
              <a:defRPr sz="825" b="0">
                <a:solidFill>
                  <a:srgbClr val="AAB8CC"/>
                </a:solidFill>
              </a:defRPr>
            </a:lvl6pPr>
            <a:lvl7pPr algn="l">
              <a:defRPr sz="825" b="0">
                <a:solidFill>
                  <a:srgbClr val="AAB8CC"/>
                </a:solidFill>
              </a:defRPr>
            </a:lvl7pPr>
            <a:lvl8pPr algn="l">
              <a:defRPr sz="825" b="0">
                <a:solidFill>
                  <a:srgbClr val="AAB8CC"/>
                </a:solidFill>
              </a:defRPr>
            </a:lvl8pPr>
            <a:lvl9pPr algn="l">
              <a:defRPr sz="82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AAB8CC"/>
                </a:solidFill>
              </a:defRPr>
            </a:pPr>
            <a:r>
              <a:rPr sz="825" b="0">
                <a:solidFill>
                  <a:srgbClr val="AAB8CC"/>
                </a:solidFill>
              </a:rPr>
              <a:t>SleepTrackerSimulator   Лабораторна робота №7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2F8C1-BBE9-419D-9004-272651D5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AAB8CC"/>
                </a:solidFill>
              </a:defRPr>
            </a:defPPr>
            <a:lvl1pPr algn="r">
              <a:defRPr sz="825" b="0">
                <a:solidFill>
                  <a:srgbClr val="AAB8CC"/>
                </a:solidFill>
              </a:defRPr>
            </a:lvl1pPr>
            <a:lvl2pPr algn="r">
              <a:defRPr sz="825" b="0">
                <a:solidFill>
                  <a:srgbClr val="AAB8CC"/>
                </a:solidFill>
              </a:defRPr>
            </a:lvl2pPr>
            <a:lvl3pPr algn="r">
              <a:defRPr sz="825" b="0">
                <a:solidFill>
                  <a:srgbClr val="AAB8CC"/>
                </a:solidFill>
              </a:defRPr>
            </a:lvl3pPr>
            <a:lvl4pPr algn="r">
              <a:defRPr sz="825" b="0">
                <a:solidFill>
                  <a:srgbClr val="AAB8CC"/>
                </a:solidFill>
              </a:defRPr>
            </a:lvl4pPr>
            <a:lvl5pPr algn="r">
              <a:defRPr sz="825" b="0">
                <a:solidFill>
                  <a:srgbClr val="AAB8CC"/>
                </a:solidFill>
              </a:defRPr>
            </a:lvl5pPr>
            <a:lvl6pPr algn="r">
              <a:defRPr sz="825" b="0">
                <a:solidFill>
                  <a:srgbClr val="AAB8CC"/>
                </a:solidFill>
              </a:defRPr>
            </a:lvl6pPr>
            <a:lvl7pPr algn="r">
              <a:defRPr sz="825" b="0">
                <a:solidFill>
                  <a:srgbClr val="AAB8CC"/>
                </a:solidFill>
              </a:defRPr>
            </a:lvl7pPr>
            <a:lvl8pPr algn="r">
              <a:defRPr sz="825" b="0">
                <a:solidFill>
                  <a:srgbClr val="AAB8CC"/>
                </a:solidFill>
              </a:defRPr>
            </a:lvl8pPr>
            <a:lvl9pPr algn="r">
              <a:defRPr sz="82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AAB8CC"/>
                </a:solidFill>
              </a:defRPr>
            </a:pPr>
            <a:r>
              <a:rPr sz="825" b="0">
                <a:solidFill>
                  <a:srgbClr val="AAB8CC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383738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3F6F1-6D19-43E9-9E2D-7719A8B9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39D4C7"/>
                </a:solidFill>
              </a:defRPr>
            </a:defPPr>
            <a:lvl1pPr algn="l">
              <a:defRPr sz="1050" b="1">
                <a:solidFill>
                  <a:srgbClr val="39D4C7"/>
                </a:solidFill>
              </a:defRPr>
            </a:lvl1pPr>
            <a:lvl2pPr algn="l">
              <a:defRPr sz="1050" b="1">
                <a:solidFill>
                  <a:srgbClr val="39D4C7"/>
                </a:solidFill>
              </a:defRPr>
            </a:lvl2pPr>
            <a:lvl3pPr algn="l">
              <a:defRPr sz="1050" b="1">
                <a:solidFill>
                  <a:srgbClr val="39D4C7"/>
                </a:solidFill>
              </a:defRPr>
            </a:lvl3pPr>
            <a:lvl4pPr algn="l">
              <a:defRPr sz="1050" b="1">
                <a:solidFill>
                  <a:srgbClr val="39D4C7"/>
                </a:solidFill>
              </a:defRPr>
            </a:lvl4pPr>
            <a:lvl5pPr algn="l">
              <a:defRPr sz="1050" b="1">
                <a:solidFill>
                  <a:srgbClr val="39D4C7"/>
                </a:solidFill>
              </a:defRPr>
            </a:lvl5pPr>
            <a:lvl6pPr algn="l">
              <a:defRPr sz="1050" b="1">
                <a:solidFill>
                  <a:srgbClr val="39D4C7"/>
                </a:solidFill>
              </a:defRPr>
            </a:lvl6pPr>
            <a:lvl7pPr algn="l">
              <a:defRPr sz="1050" b="1">
                <a:solidFill>
                  <a:srgbClr val="39D4C7"/>
                </a:solidFill>
              </a:defRPr>
            </a:lvl7pPr>
            <a:lvl8pPr algn="l">
              <a:defRPr sz="1050" b="1">
                <a:solidFill>
                  <a:srgbClr val="39D4C7"/>
                </a:solidFill>
              </a:defRPr>
            </a:lvl8pPr>
            <a:lvl9pPr algn="l">
              <a:defRPr sz="10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9D4C7"/>
                </a:solidFill>
              </a:defRPr>
            </a:pPr>
            <a:r>
              <a:rPr sz="1050" b="1">
                <a:solidFill>
                  <a:srgbClr val="39D4C7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D67F6-0014-450F-9733-BE5AD595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F4F7FB"/>
                </a:solidFill>
              </a:defRPr>
            </a:defPPr>
            <a:lvl1pPr algn="l">
              <a:defRPr sz="2400" b="1">
                <a:solidFill>
                  <a:srgbClr val="F4F7FB"/>
                </a:solidFill>
              </a:defRPr>
            </a:lvl1pPr>
            <a:lvl2pPr algn="l">
              <a:defRPr sz="2400" b="1">
                <a:solidFill>
                  <a:srgbClr val="F4F7FB"/>
                </a:solidFill>
              </a:defRPr>
            </a:lvl2pPr>
            <a:lvl3pPr algn="l">
              <a:defRPr sz="2400" b="1">
                <a:solidFill>
                  <a:srgbClr val="F4F7FB"/>
                </a:solidFill>
              </a:defRPr>
            </a:lvl3pPr>
            <a:lvl4pPr algn="l">
              <a:defRPr sz="2400" b="1">
                <a:solidFill>
                  <a:srgbClr val="F4F7FB"/>
                </a:solidFill>
              </a:defRPr>
            </a:lvl4pPr>
            <a:lvl5pPr algn="l">
              <a:defRPr sz="2400" b="1">
                <a:solidFill>
                  <a:srgbClr val="F4F7FB"/>
                </a:solidFill>
              </a:defRPr>
            </a:lvl5pPr>
            <a:lvl6pPr algn="l">
              <a:defRPr sz="2400" b="1">
                <a:solidFill>
                  <a:srgbClr val="F4F7FB"/>
                </a:solidFill>
              </a:defRPr>
            </a:lvl6pPr>
            <a:lvl7pPr algn="l">
              <a:defRPr sz="2400" b="1">
                <a:solidFill>
                  <a:srgbClr val="F4F7FB"/>
                </a:solidFill>
              </a:defRPr>
            </a:lvl7pPr>
            <a:lvl8pPr algn="l">
              <a:defRPr sz="2400" b="1">
                <a:solidFill>
                  <a:srgbClr val="F4F7FB"/>
                </a:solidFill>
              </a:defRPr>
            </a:lvl8pPr>
            <a:lvl9pPr algn="l">
              <a:defRPr sz="2400" b="1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4F7FB"/>
                </a:solidFill>
              </a:defRPr>
            </a:pPr>
            <a:r>
              <a:rPr sz="2400" b="1">
                <a:solidFill>
                  <a:srgbClr val="F4F7FB"/>
                </a:solidFill>
              </a:rPr>
              <a:t>Технологічний стек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D521E-FBC3-4F1B-BAC9-5484DBA1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39D4C7"/>
                </a:solidFill>
              </a:defRPr>
            </a:defPPr>
            <a:lvl1pPr algn="l">
              <a:defRPr sz="1725" b="1">
                <a:solidFill>
                  <a:srgbClr val="39D4C7"/>
                </a:solidFill>
              </a:defRPr>
            </a:lvl1pPr>
            <a:lvl2pPr algn="l">
              <a:defRPr sz="1725" b="1">
                <a:solidFill>
                  <a:srgbClr val="39D4C7"/>
                </a:solidFill>
              </a:defRPr>
            </a:lvl2pPr>
            <a:lvl3pPr algn="l">
              <a:defRPr sz="1725" b="1">
                <a:solidFill>
                  <a:srgbClr val="39D4C7"/>
                </a:solidFill>
              </a:defRPr>
            </a:lvl3pPr>
            <a:lvl4pPr algn="l">
              <a:defRPr sz="1725" b="1">
                <a:solidFill>
                  <a:srgbClr val="39D4C7"/>
                </a:solidFill>
              </a:defRPr>
            </a:lvl4pPr>
            <a:lvl5pPr algn="l">
              <a:defRPr sz="1725" b="1">
                <a:solidFill>
                  <a:srgbClr val="39D4C7"/>
                </a:solidFill>
              </a:defRPr>
            </a:lvl5pPr>
            <a:lvl6pPr algn="l">
              <a:defRPr sz="1725" b="1">
                <a:solidFill>
                  <a:srgbClr val="39D4C7"/>
                </a:solidFill>
              </a:defRPr>
            </a:lvl6pPr>
            <a:lvl7pPr algn="l">
              <a:defRPr sz="1725" b="1">
                <a:solidFill>
                  <a:srgbClr val="39D4C7"/>
                </a:solidFill>
              </a:defRPr>
            </a:lvl7pPr>
            <a:lvl8pPr algn="l">
              <a:defRPr sz="1725" b="1">
                <a:solidFill>
                  <a:srgbClr val="39D4C7"/>
                </a:solidFill>
              </a:defRPr>
            </a:lvl8pPr>
            <a:lvl9pPr algn="l">
              <a:defRPr sz="1725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39D4C7"/>
                </a:solidFill>
              </a:defRPr>
            </a:pPr>
            <a:r>
              <a:rPr sz="1725" b="1">
                <a:solidFill>
                  <a:srgbClr val="39D4C7"/>
                </a:solidFill>
              </a:rPr>
              <a:t>Kotlin + Compose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031AB-DE7F-466C-8509-2A7F0698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AB8CC"/>
                </a:solidFill>
              </a:defRPr>
            </a:defPPr>
            <a:lvl1pPr algn="l">
              <a:defRPr sz="1275" b="0">
                <a:solidFill>
                  <a:srgbClr val="AAB8CC"/>
                </a:solidFill>
              </a:defRPr>
            </a:lvl1pPr>
            <a:lvl2pPr algn="l">
              <a:defRPr sz="1275" b="0">
                <a:solidFill>
                  <a:srgbClr val="AAB8CC"/>
                </a:solidFill>
              </a:defRPr>
            </a:lvl2pPr>
            <a:lvl3pPr algn="l">
              <a:defRPr sz="1275" b="0">
                <a:solidFill>
                  <a:srgbClr val="AAB8CC"/>
                </a:solidFill>
              </a:defRPr>
            </a:lvl3pPr>
            <a:lvl4pPr algn="l">
              <a:defRPr sz="1275" b="0">
                <a:solidFill>
                  <a:srgbClr val="AAB8CC"/>
                </a:solidFill>
              </a:defRPr>
            </a:lvl4pPr>
            <a:lvl5pPr algn="l">
              <a:defRPr sz="1275" b="0">
                <a:solidFill>
                  <a:srgbClr val="AAB8CC"/>
                </a:solidFill>
              </a:defRPr>
            </a:lvl5pPr>
            <a:lvl6pPr algn="l">
              <a:defRPr sz="1275" b="0">
                <a:solidFill>
                  <a:srgbClr val="AAB8CC"/>
                </a:solidFill>
              </a:defRPr>
            </a:lvl6pPr>
            <a:lvl7pPr algn="l">
              <a:defRPr sz="1275" b="0">
                <a:solidFill>
                  <a:srgbClr val="AAB8CC"/>
                </a:solidFill>
              </a:defRPr>
            </a:lvl7pPr>
            <a:lvl8pPr algn="l">
              <a:defRPr sz="1275" b="0">
                <a:solidFill>
                  <a:srgbClr val="AAB8CC"/>
                </a:solidFill>
              </a:defRPr>
            </a:lvl8pPr>
            <a:lvl9pPr algn="l">
              <a:defRPr sz="127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AB8CC"/>
                </a:solidFill>
              </a:defRPr>
            </a:pPr>
            <a:r>
              <a:rPr sz="1275" b="0">
                <a:solidFill>
                  <a:srgbClr val="AAB8CC"/>
                </a:solidFill>
              </a:rPr>
              <a:t>UI та ViewModels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B9037-98E2-4E6E-8613-F8B0823E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39D4C7"/>
                </a:solidFill>
              </a:defRPr>
            </a:defPPr>
            <a:lvl1pPr algn="l">
              <a:defRPr sz="1725" b="1">
                <a:solidFill>
                  <a:srgbClr val="39D4C7"/>
                </a:solidFill>
              </a:defRPr>
            </a:lvl1pPr>
            <a:lvl2pPr algn="l">
              <a:defRPr sz="1725" b="1">
                <a:solidFill>
                  <a:srgbClr val="39D4C7"/>
                </a:solidFill>
              </a:defRPr>
            </a:lvl2pPr>
            <a:lvl3pPr algn="l">
              <a:defRPr sz="1725" b="1">
                <a:solidFill>
                  <a:srgbClr val="39D4C7"/>
                </a:solidFill>
              </a:defRPr>
            </a:lvl3pPr>
            <a:lvl4pPr algn="l">
              <a:defRPr sz="1725" b="1">
                <a:solidFill>
                  <a:srgbClr val="39D4C7"/>
                </a:solidFill>
              </a:defRPr>
            </a:lvl4pPr>
            <a:lvl5pPr algn="l">
              <a:defRPr sz="1725" b="1">
                <a:solidFill>
                  <a:srgbClr val="39D4C7"/>
                </a:solidFill>
              </a:defRPr>
            </a:lvl5pPr>
            <a:lvl6pPr algn="l">
              <a:defRPr sz="1725" b="1">
                <a:solidFill>
                  <a:srgbClr val="39D4C7"/>
                </a:solidFill>
              </a:defRPr>
            </a:lvl6pPr>
            <a:lvl7pPr algn="l">
              <a:defRPr sz="1725" b="1">
                <a:solidFill>
                  <a:srgbClr val="39D4C7"/>
                </a:solidFill>
              </a:defRPr>
            </a:lvl7pPr>
            <a:lvl8pPr algn="l">
              <a:defRPr sz="1725" b="1">
                <a:solidFill>
                  <a:srgbClr val="39D4C7"/>
                </a:solidFill>
              </a:defRPr>
            </a:lvl8pPr>
            <a:lvl9pPr algn="l">
              <a:defRPr sz="1725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39D4C7"/>
                </a:solidFill>
              </a:defRPr>
            </a:pPr>
            <a:r>
              <a:rPr sz="1725" b="1">
                <a:solidFill>
                  <a:srgbClr val="39D4C7"/>
                </a:solidFill>
              </a:rPr>
              <a:t>SensorManager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C916E-A227-4D5F-800B-3E5CEFDB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AB8CC"/>
                </a:solidFill>
              </a:defRPr>
            </a:defPPr>
            <a:lvl1pPr algn="l">
              <a:defRPr sz="1275" b="0">
                <a:solidFill>
                  <a:srgbClr val="AAB8CC"/>
                </a:solidFill>
              </a:defRPr>
            </a:lvl1pPr>
            <a:lvl2pPr algn="l">
              <a:defRPr sz="1275" b="0">
                <a:solidFill>
                  <a:srgbClr val="AAB8CC"/>
                </a:solidFill>
              </a:defRPr>
            </a:lvl2pPr>
            <a:lvl3pPr algn="l">
              <a:defRPr sz="1275" b="0">
                <a:solidFill>
                  <a:srgbClr val="AAB8CC"/>
                </a:solidFill>
              </a:defRPr>
            </a:lvl3pPr>
            <a:lvl4pPr algn="l">
              <a:defRPr sz="1275" b="0">
                <a:solidFill>
                  <a:srgbClr val="AAB8CC"/>
                </a:solidFill>
              </a:defRPr>
            </a:lvl4pPr>
            <a:lvl5pPr algn="l">
              <a:defRPr sz="1275" b="0">
                <a:solidFill>
                  <a:srgbClr val="AAB8CC"/>
                </a:solidFill>
              </a:defRPr>
            </a:lvl5pPr>
            <a:lvl6pPr algn="l">
              <a:defRPr sz="1275" b="0">
                <a:solidFill>
                  <a:srgbClr val="AAB8CC"/>
                </a:solidFill>
              </a:defRPr>
            </a:lvl6pPr>
            <a:lvl7pPr algn="l">
              <a:defRPr sz="1275" b="0">
                <a:solidFill>
                  <a:srgbClr val="AAB8CC"/>
                </a:solidFill>
              </a:defRPr>
            </a:lvl7pPr>
            <a:lvl8pPr algn="l">
              <a:defRPr sz="1275" b="0">
                <a:solidFill>
                  <a:srgbClr val="AAB8CC"/>
                </a:solidFill>
              </a:defRPr>
            </a:lvl8pPr>
            <a:lvl9pPr algn="l">
              <a:defRPr sz="127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AB8CC"/>
                </a:solidFill>
              </a:defRPr>
            </a:pPr>
            <a:r>
              <a:rPr sz="1275" b="0">
                <a:solidFill>
                  <a:srgbClr val="AAB8CC"/>
                </a:solidFill>
              </a:rPr>
              <a:t>реальні XYZ callbacks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6FE14-AD7C-4B40-B828-CDDFFD2C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39D4C7"/>
                </a:solidFill>
              </a:defRPr>
            </a:defPPr>
            <a:lvl1pPr algn="l">
              <a:defRPr sz="1725" b="1">
                <a:solidFill>
                  <a:srgbClr val="39D4C7"/>
                </a:solidFill>
              </a:defRPr>
            </a:lvl1pPr>
            <a:lvl2pPr algn="l">
              <a:defRPr sz="1725" b="1">
                <a:solidFill>
                  <a:srgbClr val="39D4C7"/>
                </a:solidFill>
              </a:defRPr>
            </a:lvl2pPr>
            <a:lvl3pPr algn="l">
              <a:defRPr sz="1725" b="1">
                <a:solidFill>
                  <a:srgbClr val="39D4C7"/>
                </a:solidFill>
              </a:defRPr>
            </a:lvl3pPr>
            <a:lvl4pPr algn="l">
              <a:defRPr sz="1725" b="1">
                <a:solidFill>
                  <a:srgbClr val="39D4C7"/>
                </a:solidFill>
              </a:defRPr>
            </a:lvl4pPr>
            <a:lvl5pPr algn="l">
              <a:defRPr sz="1725" b="1">
                <a:solidFill>
                  <a:srgbClr val="39D4C7"/>
                </a:solidFill>
              </a:defRPr>
            </a:lvl5pPr>
            <a:lvl6pPr algn="l">
              <a:defRPr sz="1725" b="1">
                <a:solidFill>
                  <a:srgbClr val="39D4C7"/>
                </a:solidFill>
              </a:defRPr>
            </a:lvl6pPr>
            <a:lvl7pPr algn="l">
              <a:defRPr sz="1725" b="1">
                <a:solidFill>
                  <a:srgbClr val="39D4C7"/>
                </a:solidFill>
              </a:defRPr>
            </a:lvl7pPr>
            <a:lvl8pPr algn="l">
              <a:defRPr sz="1725" b="1">
                <a:solidFill>
                  <a:srgbClr val="39D4C7"/>
                </a:solidFill>
              </a:defRPr>
            </a:lvl8pPr>
            <a:lvl9pPr algn="l">
              <a:defRPr sz="1725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39D4C7"/>
                </a:solidFill>
              </a:defRPr>
            </a:pPr>
            <a:r>
              <a:rPr sz="1725" b="1">
                <a:solidFill>
                  <a:srgbClr val="39D4C7"/>
                </a:solidFill>
              </a:rPr>
              <a:t>TensorFlow Lite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4302F-8CBA-40BF-92F6-49969BC0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AB8CC"/>
                </a:solidFill>
              </a:defRPr>
            </a:defPPr>
            <a:lvl1pPr algn="l">
              <a:defRPr sz="1275" b="0">
                <a:solidFill>
                  <a:srgbClr val="AAB8CC"/>
                </a:solidFill>
              </a:defRPr>
            </a:lvl1pPr>
            <a:lvl2pPr algn="l">
              <a:defRPr sz="1275" b="0">
                <a:solidFill>
                  <a:srgbClr val="AAB8CC"/>
                </a:solidFill>
              </a:defRPr>
            </a:lvl2pPr>
            <a:lvl3pPr algn="l">
              <a:defRPr sz="1275" b="0">
                <a:solidFill>
                  <a:srgbClr val="AAB8CC"/>
                </a:solidFill>
              </a:defRPr>
            </a:lvl3pPr>
            <a:lvl4pPr algn="l">
              <a:defRPr sz="1275" b="0">
                <a:solidFill>
                  <a:srgbClr val="AAB8CC"/>
                </a:solidFill>
              </a:defRPr>
            </a:lvl4pPr>
            <a:lvl5pPr algn="l">
              <a:defRPr sz="1275" b="0">
                <a:solidFill>
                  <a:srgbClr val="AAB8CC"/>
                </a:solidFill>
              </a:defRPr>
            </a:lvl5pPr>
            <a:lvl6pPr algn="l">
              <a:defRPr sz="1275" b="0">
                <a:solidFill>
                  <a:srgbClr val="AAB8CC"/>
                </a:solidFill>
              </a:defRPr>
            </a:lvl6pPr>
            <a:lvl7pPr algn="l">
              <a:defRPr sz="1275" b="0">
                <a:solidFill>
                  <a:srgbClr val="AAB8CC"/>
                </a:solidFill>
              </a:defRPr>
            </a:lvl7pPr>
            <a:lvl8pPr algn="l">
              <a:defRPr sz="1275" b="0">
                <a:solidFill>
                  <a:srgbClr val="AAB8CC"/>
                </a:solidFill>
              </a:defRPr>
            </a:lvl8pPr>
            <a:lvl9pPr algn="l">
              <a:defRPr sz="127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AB8CC"/>
                </a:solidFill>
              </a:defRPr>
            </a:pPr>
            <a:r>
              <a:rPr sz="1275" b="0">
                <a:solidFill>
                  <a:srgbClr val="AAB8CC"/>
                </a:solidFill>
              </a:rPr>
              <a:t>[1,20,3] → [1,3]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E736D-27F8-438D-B128-D425C755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39D4C7"/>
                </a:solidFill>
              </a:defRPr>
            </a:defPPr>
            <a:lvl1pPr algn="l">
              <a:defRPr sz="1725" b="1">
                <a:solidFill>
                  <a:srgbClr val="39D4C7"/>
                </a:solidFill>
              </a:defRPr>
            </a:lvl1pPr>
            <a:lvl2pPr algn="l">
              <a:defRPr sz="1725" b="1">
                <a:solidFill>
                  <a:srgbClr val="39D4C7"/>
                </a:solidFill>
              </a:defRPr>
            </a:lvl2pPr>
            <a:lvl3pPr algn="l">
              <a:defRPr sz="1725" b="1">
                <a:solidFill>
                  <a:srgbClr val="39D4C7"/>
                </a:solidFill>
              </a:defRPr>
            </a:lvl3pPr>
            <a:lvl4pPr algn="l">
              <a:defRPr sz="1725" b="1">
                <a:solidFill>
                  <a:srgbClr val="39D4C7"/>
                </a:solidFill>
              </a:defRPr>
            </a:lvl4pPr>
            <a:lvl5pPr algn="l">
              <a:defRPr sz="1725" b="1">
                <a:solidFill>
                  <a:srgbClr val="39D4C7"/>
                </a:solidFill>
              </a:defRPr>
            </a:lvl5pPr>
            <a:lvl6pPr algn="l">
              <a:defRPr sz="1725" b="1">
                <a:solidFill>
                  <a:srgbClr val="39D4C7"/>
                </a:solidFill>
              </a:defRPr>
            </a:lvl6pPr>
            <a:lvl7pPr algn="l">
              <a:defRPr sz="1725" b="1">
                <a:solidFill>
                  <a:srgbClr val="39D4C7"/>
                </a:solidFill>
              </a:defRPr>
            </a:lvl7pPr>
            <a:lvl8pPr algn="l">
              <a:defRPr sz="1725" b="1">
                <a:solidFill>
                  <a:srgbClr val="39D4C7"/>
                </a:solidFill>
              </a:defRPr>
            </a:lvl8pPr>
            <a:lvl9pPr algn="l">
              <a:defRPr sz="1725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39D4C7"/>
                </a:solidFill>
              </a:defRPr>
            </a:pPr>
            <a:r>
              <a:rPr sz="1725" b="1">
                <a:solidFill>
                  <a:srgbClr val="39D4C7"/>
                </a:solidFill>
              </a:rPr>
              <a:t>Room v4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A3564-212A-4B1D-A4E4-26EB3EF1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AB8CC"/>
                </a:solidFill>
              </a:defRPr>
            </a:defPPr>
            <a:lvl1pPr algn="l">
              <a:defRPr sz="1275" b="0">
                <a:solidFill>
                  <a:srgbClr val="AAB8CC"/>
                </a:solidFill>
              </a:defRPr>
            </a:lvl1pPr>
            <a:lvl2pPr algn="l">
              <a:defRPr sz="1275" b="0">
                <a:solidFill>
                  <a:srgbClr val="AAB8CC"/>
                </a:solidFill>
              </a:defRPr>
            </a:lvl2pPr>
            <a:lvl3pPr algn="l">
              <a:defRPr sz="1275" b="0">
                <a:solidFill>
                  <a:srgbClr val="AAB8CC"/>
                </a:solidFill>
              </a:defRPr>
            </a:lvl3pPr>
            <a:lvl4pPr algn="l">
              <a:defRPr sz="1275" b="0">
                <a:solidFill>
                  <a:srgbClr val="AAB8CC"/>
                </a:solidFill>
              </a:defRPr>
            </a:lvl4pPr>
            <a:lvl5pPr algn="l">
              <a:defRPr sz="1275" b="0">
                <a:solidFill>
                  <a:srgbClr val="AAB8CC"/>
                </a:solidFill>
              </a:defRPr>
            </a:lvl5pPr>
            <a:lvl6pPr algn="l">
              <a:defRPr sz="1275" b="0">
                <a:solidFill>
                  <a:srgbClr val="AAB8CC"/>
                </a:solidFill>
              </a:defRPr>
            </a:lvl6pPr>
            <a:lvl7pPr algn="l">
              <a:defRPr sz="1275" b="0">
                <a:solidFill>
                  <a:srgbClr val="AAB8CC"/>
                </a:solidFill>
              </a:defRPr>
            </a:lvl7pPr>
            <a:lvl8pPr algn="l">
              <a:defRPr sz="1275" b="0">
                <a:solidFill>
                  <a:srgbClr val="AAB8CC"/>
                </a:solidFill>
              </a:defRPr>
            </a:lvl8pPr>
            <a:lvl9pPr algn="l">
              <a:defRPr sz="127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AB8CC"/>
                </a:solidFill>
              </a:defRPr>
            </a:pPr>
            <a:r>
              <a:rPr sz="1275" b="0">
                <a:solidFill>
                  <a:srgbClr val="AAB8CC"/>
                </a:solidFill>
              </a:rPr>
              <a:t>history, rules, executions, outbox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9E63A-E9CD-4F45-957B-B08BD262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39D4C7"/>
                </a:solidFill>
              </a:defRPr>
            </a:defPPr>
            <a:lvl1pPr algn="l">
              <a:defRPr sz="1725" b="1">
                <a:solidFill>
                  <a:srgbClr val="39D4C7"/>
                </a:solidFill>
              </a:defRPr>
            </a:lvl1pPr>
            <a:lvl2pPr algn="l">
              <a:defRPr sz="1725" b="1">
                <a:solidFill>
                  <a:srgbClr val="39D4C7"/>
                </a:solidFill>
              </a:defRPr>
            </a:lvl2pPr>
            <a:lvl3pPr algn="l">
              <a:defRPr sz="1725" b="1">
                <a:solidFill>
                  <a:srgbClr val="39D4C7"/>
                </a:solidFill>
              </a:defRPr>
            </a:lvl3pPr>
            <a:lvl4pPr algn="l">
              <a:defRPr sz="1725" b="1">
                <a:solidFill>
                  <a:srgbClr val="39D4C7"/>
                </a:solidFill>
              </a:defRPr>
            </a:lvl4pPr>
            <a:lvl5pPr algn="l">
              <a:defRPr sz="1725" b="1">
                <a:solidFill>
                  <a:srgbClr val="39D4C7"/>
                </a:solidFill>
              </a:defRPr>
            </a:lvl5pPr>
            <a:lvl6pPr algn="l">
              <a:defRPr sz="1725" b="1">
                <a:solidFill>
                  <a:srgbClr val="39D4C7"/>
                </a:solidFill>
              </a:defRPr>
            </a:lvl6pPr>
            <a:lvl7pPr algn="l">
              <a:defRPr sz="1725" b="1">
                <a:solidFill>
                  <a:srgbClr val="39D4C7"/>
                </a:solidFill>
              </a:defRPr>
            </a:lvl7pPr>
            <a:lvl8pPr algn="l">
              <a:defRPr sz="1725" b="1">
                <a:solidFill>
                  <a:srgbClr val="39D4C7"/>
                </a:solidFill>
              </a:defRPr>
            </a:lvl8pPr>
            <a:lvl9pPr algn="l">
              <a:defRPr sz="1725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39D4C7"/>
                </a:solidFill>
              </a:defRPr>
            </a:pPr>
            <a:r>
              <a:rPr sz="1725" b="1">
                <a:solidFill>
                  <a:srgbClr val="39D4C7"/>
                </a:solidFill>
              </a:rPr>
              <a:t>Firebase + WorkManager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FE67B-1891-42FB-A899-2FA748F1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AB8CC"/>
                </a:solidFill>
              </a:defRPr>
            </a:defPPr>
            <a:lvl1pPr algn="l">
              <a:defRPr sz="1275" b="0">
                <a:solidFill>
                  <a:srgbClr val="AAB8CC"/>
                </a:solidFill>
              </a:defRPr>
            </a:lvl1pPr>
            <a:lvl2pPr algn="l">
              <a:defRPr sz="1275" b="0">
                <a:solidFill>
                  <a:srgbClr val="AAB8CC"/>
                </a:solidFill>
              </a:defRPr>
            </a:lvl2pPr>
            <a:lvl3pPr algn="l">
              <a:defRPr sz="1275" b="0">
                <a:solidFill>
                  <a:srgbClr val="AAB8CC"/>
                </a:solidFill>
              </a:defRPr>
            </a:lvl3pPr>
            <a:lvl4pPr algn="l">
              <a:defRPr sz="1275" b="0">
                <a:solidFill>
                  <a:srgbClr val="AAB8CC"/>
                </a:solidFill>
              </a:defRPr>
            </a:lvl4pPr>
            <a:lvl5pPr algn="l">
              <a:defRPr sz="1275" b="0">
                <a:solidFill>
                  <a:srgbClr val="AAB8CC"/>
                </a:solidFill>
              </a:defRPr>
            </a:lvl5pPr>
            <a:lvl6pPr algn="l">
              <a:defRPr sz="1275" b="0">
                <a:solidFill>
                  <a:srgbClr val="AAB8CC"/>
                </a:solidFill>
              </a:defRPr>
            </a:lvl6pPr>
            <a:lvl7pPr algn="l">
              <a:defRPr sz="1275" b="0">
                <a:solidFill>
                  <a:srgbClr val="AAB8CC"/>
                </a:solidFill>
              </a:defRPr>
            </a:lvl7pPr>
            <a:lvl8pPr algn="l">
              <a:defRPr sz="1275" b="0">
                <a:solidFill>
                  <a:srgbClr val="AAB8CC"/>
                </a:solidFill>
              </a:defRPr>
            </a:lvl8pPr>
            <a:lvl9pPr algn="l">
              <a:defRPr sz="127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AB8CC"/>
                </a:solidFill>
              </a:defRPr>
            </a:pPr>
            <a:r>
              <a:rPr sz="1275" b="0">
                <a:solidFill>
                  <a:srgbClr val="AAB8CC"/>
                </a:solidFill>
              </a:rPr>
              <a:t>durable delivery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3ECE9D-8B0F-4C60-9844-791D0C9E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39D4C7"/>
                </a:solidFill>
              </a:defRPr>
            </a:defPPr>
            <a:lvl1pPr algn="l">
              <a:defRPr sz="1725" b="1">
                <a:solidFill>
                  <a:srgbClr val="39D4C7"/>
                </a:solidFill>
              </a:defRPr>
            </a:lvl1pPr>
            <a:lvl2pPr algn="l">
              <a:defRPr sz="1725" b="1">
                <a:solidFill>
                  <a:srgbClr val="39D4C7"/>
                </a:solidFill>
              </a:defRPr>
            </a:lvl2pPr>
            <a:lvl3pPr algn="l">
              <a:defRPr sz="1725" b="1">
                <a:solidFill>
                  <a:srgbClr val="39D4C7"/>
                </a:solidFill>
              </a:defRPr>
            </a:lvl3pPr>
            <a:lvl4pPr algn="l">
              <a:defRPr sz="1725" b="1">
                <a:solidFill>
                  <a:srgbClr val="39D4C7"/>
                </a:solidFill>
              </a:defRPr>
            </a:lvl4pPr>
            <a:lvl5pPr algn="l">
              <a:defRPr sz="1725" b="1">
                <a:solidFill>
                  <a:srgbClr val="39D4C7"/>
                </a:solidFill>
              </a:defRPr>
            </a:lvl5pPr>
            <a:lvl6pPr algn="l">
              <a:defRPr sz="1725" b="1">
                <a:solidFill>
                  <a:srgbClr val="39D4C7"/>
                </a:solidFill>
              </a:defRPr>
            </a:lvl6pPr>
            <a:lvl7pPr algn="l">
              <a:defRPr sz="1725" b="1">
                <a:solidFill>
                  <a:srgbClr val="39D4C7"/>
                </a:solidFill>
              </a:defRPr>
            </a:lvl7pPr>
            <a:lvl8pPr algn="l">
              <a:defRPr sz="1725" b="1">
                <a:solidFill>
                  <a:srgbClr val="39D4C7"/>
                </a:solidFill>
              </a:defRPr>
            </a:lvl8pPr>
            <a:lvl9pPr algn="l">
              <a:defRPr sz="1725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39D4C7"/>
                </a:solidFill>
              </a:defRPr>
            </a:pPr>
            <a:r>
              <a:rPr sz="1725" b="1">
                <a:solidFill>
                  <a:srgbClr val="39D4C7"/>
                </a:solidFill>
              </a:rPr>
              <a:t>Mock 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7C2FB-FBEC-46EA-826E-51D62B68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AB8CC"/>
                </a:solidFill>
              </a:defRPr>
            </a:defPPr>
            <a:lvl1pPr algn="l">
              <a:defRPr sz="1275" b="0">
                <a:solidFill>
                  <a:srgbClr val="AAB8CC"/>
                </a:solidFill>
              </a:defRPr>
            </a:lvl1pPr>
            <a:lvl2pPr algn="l">
              <a:defRPr sz="1275" b="0">
                <a:solidFill>
                  <a:srgbClr val="AAB8CC"/>
                </a:solidFill>
              </a:defRPr>
            </a:lvl2pPr>
            <a:lvl3pPr algn="l">
              <a:defRPr sz="1275" b="0">
                <a:solidFill>
                  <a:srgbClr val="AAB8CC"/>
                </a:solidFill>
              </a:defRPr>
            </a:lvl3pPr>
            <a:lvl4pPr algn="l">
              <a:defRPr sz="1275" b="0">
                <a:solidFill>
                  <a:srgbClr val="AAB8CC"/>
                </a:solidFill>
              </a:defRPr>
            </a:lvl4pPr>
            <a:lvl5pPr algn="l">
              <a:defRPr sz="1275" b="0">
                <a:solidFill>
                  <a:srgbClr val="AAB8CC"/>
                </a:solidFill>
              </a:defRPr>
            </a:lvl5pPr>
            <a:lvl6pPr algn="l">
              <a:defRPr sz="1275" b="0">
                <a:solidFill>
                  <a:srgbClr val="AAB8CC"/>
                </a:solidFill>
              </a:defRPr>
            </a:lvl6pPr>
            <a:lvl7pPr algn="l">
              <a:defRPr sz="1275" b="0">
                <a:solidFill>
                  <a:srgbClr val="AAB8CC"/>
                </a:solidFill>
              </a:defRPr>
            </a:lvl7pPr>
            <a:lvl8pPr algn="l">
              <a:defRPr sz="1275" b="0">
                <a:solidFill>
                  <a:srgbClr val="AAB8CC"/>
                </a:solidFill>
              </a:defRPr>
            </a:lvl8pPr>
            <a:lvl9pPr algn="l">
              <a:defRPr sz="127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AB8CC"/>
                </a:solidFill>
              </a:defRPr>
            </a:pPr>
            <a:r>
              <a:rPr sz="1275" b="0">
                <a:solidFill>
                  <a:srgbClr val="AAB8CC"/>
                </a:solidFill>
              </a:rPr>
              <a:t>VirtualSleepBand + ALERT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41069-487C-4BF3-9F58-BB0005BA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AAB8CC"/>
                </a:solidFill>
              </a:defRPr>
            </a:defPPr>
            <a:lvl1pPr algn="l">
              <a:defRPr sz="825" b="0">
                <a:solidFill>
                  <a:srgbClr val="AAB8CC"/>
                </a:solidFill>
              </a:defRPr>
            </a:lvl1pPr>
            <a:lvl2pPr algn="l">
              <a:defRPr sz="825" b="0">
                <a:solidFill>
                  <a:srgbClr val="AAB8CC"/>
                </a:solidFill>
              </a:defRPr>
            </a:lvl2pPr>
            <a:lvl3pPr algn="l">
              <a:defRPr sz="825" b="0">
                <a:solidFill>
                  <a:srgbClr val="AAB8CC"/>
                </a:solidFill>
              </a:defRPr>
            </a:lvl3pPr>
            <a:lvl4pPr algn="l">
              <a:defRPr sz="825" b="0">
                <a:solidFill>
                  <a:srgbClr val="AAB8CC"/>
                </a:solidFill>
              </a:defRPr>
            </a:lvl4pPr>
            <a:lvl5pPr algn="l">
              <a:defRPr sz="825" b="0">
                <a:solidFill>
                  <a:srgbClr val="AAB8CC"/>
                </a:solidFill>
              </a:defRPr>
            </a:lvl5pPr>
            <a:lvl6pPr algn="l">
              <a:defRPr sz="825" b="0">
                <a:solidFill>
                  <a:srgbClr val="AAB8CC"/>
                </a:solidFill>
              </a:defRPr>
            </a:lvl6pPr>
            <a:lvl7pPr algn="l">
              <a:defRPr sz="825" b="0">
                <a:solidFill>
                  <a:srgbClr val="AAB8CC"/>
                </a:solidFill>
              </a:defRPr>
            </a:lvl7pPr>
            <a:lvl8pPr algn="l">
              <a:defRPr sz="825" b="0">
                <a:solidFill>
                  <a:srgbClr val="AAB8CC"/>
                </a:solidFill>
              </a:defRPr>
            </a:lvl8pPr>
            <a:lvl9pPr algn="l">
              <a:defRPr sz="82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AAB8CC"/>
                </a:solidFill>
              </a:defRPr>
            </a:pPr>
            <a:r>
              <a:rPr sz="825" b="0">
                <a:solidFill>
                  <a:srgbClr val="AAB8CC"/>
                </a:solidFill>
              </a:rPr>
              <a:t>SleepTrackerSimulator   Лабораторна робота №7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E1B31-A730-4DC1-A6D2-69CA8977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AAB8CC"/>
                </a:solidFill>
              </a:defRPr>
            </a:defPPr>
            <a:lvl1pPr algn="r">
              <a:defRPr sz="825" b="0">
                <a:solidFill>
                  <a:srgbClr val="AAB8CC"/>
                </a:solidFill>
              </a:defRPr>
            </a:lvl1pPr>
            <a:lvl2pPr algn="r">
              <a:defRPr sz="825" b="0">
                <a:solidFill>
                  <a:srgbClr val="AAB8CC"/>
                </a:solidFill>
              </a:defRPr>
            </a:lvl2pPr>
            <a:lvl3pPr algn="r">
              <a:defRPr sz="825" b="0">
                <a:solidFill>
                  <a:srgbClr val="AAB8CC"/>
                </a:solidFill>
              </a:defRPr>
            </a:lvl3pPr>
            <a:lvl4pPr algn="r">
              <a:defRPr sz="825" b="0">
                <a:solidFill>
                  <a:srgbClr val="AAB8CC"/>
                </a:solidFill>
              </a:defRPr>
            </a:lvl4pPr>
            <a:lvl5pPr algn="r">
              <a:defRPr sz="825" b="0">
                <a:solidFill>
                  <a:srgbClr val="AAB8CC"/>
                </a:solidFill>
              </a:defRPr>
            </a:lvl5pPr>
            <a:lvl6pPr algn="r">
              <a:defRPr sz="825" b="0">
                <a:solidFill>
                  <a:srgbClr val="AAB8CC"/>
                </a:solidFill>
              </a:defRPr>
            </a:lvl6pPr>
            <a:lvl7pPr algn="r">
              <a:defRPr sz="825" b="0">
                <a:solidFill>
                  <a:srgbClr val="AAB8CC"/>
                </a:solidFill>
              </a:defRPr>
            </a:lvl7pPr>
            <a:lvl8pPr algn="r">
              <a:defRPr sz="825" b="0">
                <a:solidFill>
                  <a:srgbClr val="AAB8CC"/>
                </a:solidFill>
              </a:defRPr>
            </a:lvl8pPr>
            <a:lvl9pPr algn="r">
              <a:defRPr sz="82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AAB8CC"/>
                </a:solidFill>
              </a:defRPr>
            </a:pPr>
            <a:r>
              <a:rPr sz="825" b="0">
                <a:solidFill>
                  <a:srgbClr val="AAB8CC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18535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0A2BE1-E950-4F04-97EF-976FE914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39D4C7"/>
                </a:solidFill>
              </a:defRPr>
            </a:defPPr>
            <a:lvl1pPr algn="l">
              <a:defRPr sz="1050" b="1">
                <a:solidFill>
                  <a:srgbClr val="39D4C7"/>
                </a:solidFill>
              </a:defRPr>
            </a:lvl1pPr>
            <a:lvl2pPr algn="l">
              <a:defRPr sz="1050" b="1">
                <a:solidFill>
                  <a:srgbClr val="39D4C7"/>
                </a:solidFill>
              </a:defRPr>
            </a:lvl2pPr>
            <a:lvl3pPr algn="l">
              <a:defRPr sz="1050" b="1">
                <a:solidFill>
                  <a:srgbClr val="39D4C7"/>
                </a:solidFill>
              </a:defRPr>
            </a:lvl3pPr>
            <a:lvl4pPr algn="l">
              <a:defRPr sz="1050" b="1">
                <a:solidFill>
                  <a:srgbClr val="39D4C7"/>
                </a:solidFill>
              </a:defRPr>
            </a:lvl4pPr>
            <a:lvl5pPr algn="l">
              <a:defRPr sz="1050" b="1">
                <a:solidFill>
                  <a:srgbClr val="39D4C7"/>
                </a:solidFill>
              </a:defRPr>
            </a:lvl5pPr>
            <a:lvl6pPr algn="l">
              <a:defRPr sz="1050" b="1">
                <a:solidFill>
                  <a:srgbClr val="39D4C7"/>
                </a:solidFill>
              </a:defRPr>
            </a:lvl6pPr>
            <a:lvl7pPr algn="l">
              <a:defRPr sz="1050" b="1">
                <a:solidFill>
                  <a:srgbClr val="39D4C7"/>
                </a:solidFill>
              </a:defRPr>
            </a:lvl7pPr>
            <a:lvl8pPr algn="l">
              <a:defRPr sz="1050" b="1">
                <a:solidFill>
                  <a:srgbClr val="39D4C7"/>
                </a:solidFill>
              </a:defRPr>
            </a:lvl8pPr>
            <a:lvl9pPr algn="l">
              <a:defRPr sz="10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9D4C7"/>
                </a:solidFill>
              </a:defRPr>
            </a:pPr>
            <a:r>
              <a:rPr sz="1050" b="1">
                <a:solidFill>
                  <a:srgbClr val="39D4C7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F79AD-0300-40C7-A615-35A8308B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F4F7FB"/>
                </a:solidFill>
              </a:defRPr>
            </a:defPPr>
            <a:lvl1pPr algn="l">
              <a:defRPr sz="2400" b="1">
                <a:solidFill>
                  <a:srgbClr val="F4F7FB"/>
                </a:solidFill>
              </a:defRPr>
            </a:lvl1pPr>
            <a:lvl2pPr algn="l">
              <a:defRPr sz="2400" b="1">
                <a:solidFill>
                  <a:srgbClr val="F4F7FB"/>
                </a:solidFill>
              </a:defRPr>
            </a:lvl2pPr>
            <a:lvl3pPr algn="l">
              <a:defRPr sz="2400" b="1">
                <a:solidFill>
                  <a:srgbClr val="F4F7FB"/>
                </a:solidFill>
              </a:defRPr>
            </a:lvl3pPr>
            <a:lvl4pPr algn="l">
              <a:defRPr sz="2400" b="1">
                <a:solidFill>
                  <a:srgbClr val="F4F7FB"/>
                </a:solidFill>
              </a:defRPr>
            </a:lvl4pPr>
            <a:lvl5pPr algn="l">
              <a:defRPr sz="2400" b="1">
                <a:solidFill>
                  <a:srgbClr val="F4F7FB"/>
                </a:solidFill>
              </a:defRPr>
            </a:lvl5pPr>
            <a:lvl6pPr algn="l">
              <a:defRPr sz="2400" b="1">
                <a:solidFill>
                  <a:srgbClr val="F4F7FB"/>
                </a:solidFill>
              </a:defRPr>
            </a:lvl6pPr>
            <a:lvl7pPr algn="l">
              <a:defRPr sz="2400" b="1">
                <a:solidFill>
                  <a:srgbClr val="F4F7FB"/>
                </a:solidFill>
              </a:defRPr>
            </a:lvl7pPr>
            <a:lvl8pPr algn="l">
              <a:defRPr sz="2400" b="1">
                <a:solidFill>
                  <a:srgbClr val="F4F7FB"/>
                </a:solidFill>
              </a:defRPr>
            </a:lvl8pPr>
            <a:lvl9pPr algn="l">
              <a:defRPr sz="2400" b="1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4F7FB"/>
                </a:solidFill>
              </a:defRPr>
            </a:pPr>
            <a:r>
              <a:rPr sz="2400" b="1">
                <a:solidFill>
                  <a:srgbClr val="F4F7FB"/>
                </a:solidFill>
              </a:rPr>
              <a:t>Архітектура компонентів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FE4A9-DEE9-40B7-A446-3CD389E1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AAB8CC"/>
                </a:solidFill>
              </a:defRPr>
            </a:defPPr>
            <a:lvl1pPr algn="l">
              <a:defRPr sz="1200" b="0">
                <a:solidFill>
                  <a:srgbClr val="AAB8CC"/>
                </a:solidFill>
              </a:defRPr>
            </a:lvl1pPr>
            <a:lvl2pPr algn="l">
              <a:defRPr sz="1200" b="0">
                <a:solidFill>
                  <a:srgbClr val="AAB8CC"/>
                </a:solidFill>
              </a:defRPr>
            </a:lvl2pPr>
            <a:lvl3pPr algn="l">
              <a:defRPr sz="1200" b="0">
                <a:solidFill>
                  <a:srgbClr val="AAB8CC"/>
                </a:solidFill>
              </a:defRPr>
            </a:lvl3pPr>
            <a:lvl4pPr algn="l">
              <a:defRPr sz="1200" b="0">
                <a:solidFill>
                  <a:srgbClr val="AAB8CC"/>
                </a:solidFill>
              </a:defRPr>
            </a:lvl4pPr>
            <a:lvl5pPr algn="l">
              <a:defRPr sz="1200" b="0">
                <a:solidFill>
                  <a:srgbClr val="AAB8CC"/>
                </a:solidFill>
              </a:defRPr>
            </a:lvl5pPr>
            <a:lvl6pPr algn="l">
              <a:defRPr sz="1200" b="0">
                <a:solidFill>
                  <a:srgbClr val="AAB8CC"/>
                </a:solidFill>
              </a:defRPr>
            </a:lvl6pPr>
            <a:lvl7pPr algn="l">
              <a:defRPr sz="1200" b="0">
                <a:solidFill>
                  <a:srgbClr val="AAB8CC"/>
                </a:solidFill>
              </a:defRPr>
            </a:lvl7pPr>
            <a:lvl8pPr algn="l">
              <a:defRPr sz="1200" b="0">
                <a:solidFill>
                  <a:srgbClr val="AAB8CC"/>
                </a:solidFill>
              </a:defRPr>
            </a:lvl8pPr>
            <a:lvl9pPr algn="l">
              <a:defRPr sz="1200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AB8CC"/>
                </a:solidFill>
              </a:defRPr>
            </a:pPr>
            <a:r>
              <a:rPr sz="1200" b="0">
                <a:solidFill>
                  <a:srgbClr val="AAB8CC"/>
                </a:solidFill>
              </a:rPr>
              <a:t>Одна sensor acquisition pipeline, кілька контрольованих downstream consumers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AFDB9-69AF-4678-8032-783098BB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666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3344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34985-6BF3-4894-9186-669CFCB0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47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</a:defRPr>
            </a:defPPr>
            <a:lvl1pPr algn="ctr">
              <a:defRPr sz="1275" b="1">
                <a:solidFill>
                  <a:srgbClr val="F4F7FB"/>
                </a:solidFill>
              </a:defRPr>
            </a:lvl1pPr>
            <a:lvl2pPr algn="ctr">
              <a:defRPr sz="1275" b="1">
                <a:solidFill>
                  <a:srgbClr val="F4F7FB"/>
                </a:solidFill>
              </a:defRPr>
            </a:lvl2pPr>
            <a:lvl3pPr algn="ctr">
              <a:defRPr sz="1275" b="1">
                <a:solidFill>
                  <a:srgbClr val="F4F7FB"/>
                </a:solidFill>
              </a:defRPr>
            </a:lvl3pPr>
            <a:lvl4pPr algn="ctr">
              <a:defRPr sz="1275" b="1">
                <a:solidFill>
                  <a:srgbClr val="F4F7FB"/>
                </a:solidFill>
              </a:defRPr>
            </a:lvl4pPr>
            <a:lvl5pPr algn="ctr">
              <a:defRPr sz="1275" b="1">
                <a:solidFill>
                  <a:srgbClr val="F4F7FB"/>
                </a:solidFill>
              </a:defRPr>
            </a:lvl5pPr>
            <a:lvl6pPr algn="ctr">
              <a:defRPr sz="1275" b="1">
                <a:solidFill>
                  <a:srgbClr val="F4F7FB"/>
                </a:solidFill>
              </a:defRPr>
            </a:lvl6pPr>
            <a:lvl7pPr algn="ctr">
              <a:defRPr sz="1275" b="1">
                <a:solidFill>
                  <a:srgbClr val="F4F7FB"/>
                </a:solidFill>
              </a:defRPr>
            </a:lvl7pPr>
            <a:lvl8pPr algn="ctr">
              <a:defRPr sz="1275" b="1">
                <a:solidFill>
                  <a:srgbClr val="F4F7FB"/>
                </a:solidFill>
              </a:defRPr>
            </a:lvl8pPr>
            <a:lvl9pPr algn="ctr">
              <a:defRPr sz="1275" b="1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SensorManager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59738-80CD-48B2-A77C-81B18E3A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90750"/>
            <a:ext cx="1666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3344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FE8F9-5F6A-4867-9DB6-877442DF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86000"/>
            <a:ext cx="147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</a:defRPr>
            </a:defPPr>
            <a:lvl1pPr algn="ctr">
              <a:defRPr sz="1275" b="1">
                <a:solidFill>
                  <a:srgbClr val="F4F7FB"/>
                </a:solidFill>
              </a:defRPr>
            </a:lvl1pPr>
            <a:lvl2pPr algn="ctr">
              <a:defRPr sz="1275" b="1">
                <a:solidFill>
                  <a:srgbClr val="F4F7FB"/>
                </a:solidFill>
              </a:defRPr>
            </a:lvl2pPr>
            <a:lvl3pPr algn="ctr">
              <a:defRPr sz="1275" b="1">
                <a:solidFill>
                  <a:srgbClr val="F4F7FB"/>
                </a:solidFill>
              </a:defRPr>
            </a:lvl3pPr>
            <a:lvl4pPr algn="ctr">
              <a:defRPr sz="1275" b="1">
                <a:solidFill>
                  <a:srgbClr val="F4F7FB"/>
                </a:solidFill>
              </a:defRPr>
            </a:lvl4pPr>
            <a:lvl5pPr algn="ctr">
              <a:defRPr sz="1275" b="1">
                <a:solidFill>
                  <a:srgbClr val="F4F7FB"/>
                </a:solidFill>
              </a:defRPr>
            </a:lvl5pPr>
            <a:lvl6pPr algn="ctr">
              <a:defRPr sz="1275" b="1">
                <a:solidFill>
                  <a:srgbClr val="F4F7FB"/>
                </a:solidFill>
              </a:defRPr>
            </a:lvl6pPr>
            <a:lvl7pPr algn="ctr">
              <a:defRPr sz="1275" b="1">
                <a:solidFill>
                  <a:srgbClr val="F4F7FB"/>
                </a:solidFill>
              </a:defRPr>
            </a:lvl7pPr>
            <a:lvl8pPr algn="ctr">
              <a:defRPr sz="1275" b="1">
                <a:solidFill>
                  <a:srgbClr val="F4F7FB"/>
                </a:solidFill>
              </a:defRPr>
            </a:lvl8pPr>
            <a:lvl9pPr algn="ctr">
              <a:defRPr sz="1275" b="1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SensorViewModel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7A132-E06F-48E9-8105-99DFE985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28750"/>
            <a:ext cx="1666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3344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CE40D-ED53-4B39-8D65-345A253E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24000"/>
            <a:ext cx="147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</a:defRPr>
            </a:defPPr>
            <a:lvl1pPr algn="ctr">
              <a:defRPr sz="1275" b="1">
                <a:solidFill>
                  <a:srgbClr val="F4F7FB"/>
                </a:solidFill>
              </a:defRPr>
            </a:lvl1pPr>
            <a:lvl2pPr algn="ctr">
              <a:defRPr sz="1275" b="1">
                <a:solidFill>
                  <a:srgbClr val="F4F7FB"/>
                </a:solidFill>
              </a:defRPr>
            </a:lvl2pPr>
            <a:lvl3pPr algn="ctr">
              <a:defRPr sz="1275" b="1">
                <a:solidFill>
                  <a:srgbClr val="F4F7FB"/>
                </a:solidFill>
              </a:defRPr>
            </a:lvl3pPr>
            <a:lvl4pPr algn="ctr">
              <a:defRPr sz="1275" b="1">
                <a:solidFill>
                  <a:srgbClr val="F4F7FB"/>
                </a:solidFill>
              </a:defRPr>
            </a:lvl4pPr>
            <a:lvl5pPr algn="ctr">
              <a:defRPr sz="1275" b="1">
                <a:solidFill>
                  <a:srgbClr val="F4F7FB"/>
                </a:solidFill>
              </a:defRPr>
            </a:lvl5pPr>
            <a:lvl6pPr algn="ctr">
              <a:defRPr sz="1275" b="1">
                <a:solidFill>
                  <a:srgbClr val="F4F7FB"/>
                </a:solidFill>
              </a:defRPr>
            </a:lvl6pPr>
            <a:lvl7pPr algn="ctr">
              <a:defRPr sz="1275" b="1">
                <a:solidFill>
                  <a:srgbClr val="F4F7FB"/>
                </a:solidFill>
              </a:defRPr>
            </a:lvl7pPr>
            <a:lvl8pPr algn="ctr">
              <a:defRPr sz="1275" b="1">
                <a:solidFill>
                  <a:srgbClr val="F4F7FB"/>
                </a:solidFill>
              </a:defRPr>
            </a:lvl8pPr>
            <a:lvl9pPr algn="ctr">
              <a:defRPr sz="1275" b="1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TFLite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16938-D1FC-447C-BB6A-989DF706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1666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3344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F9031-5050-42A8-90D2-07302481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147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</a:defRPr>
            </a:defPPr>
            <a:lvl1pPr algn="ctr">
              <a:defRPr sz="1275" b="1">
                <a:solidFill>
                  <a:srgbClr val="F4F7FB"/>
                </a:solidFill>
              </a:defRPr>
            </a:lvl1pPr>
            <a:lvl2pPr algn="ctr">
              <a:defRPr sz="1275" b="1">
                <a:solidFill>
                  <a:srgbClr val="F4F7FB"/>
                </a:solidFill>
              </a:defRPr>
            </a:lvl2pPr>
            <a:lvl3pPr algn="ctr">
              <a:defRPr sz="1275" b="1">
                <a:solidFill>
                  <a:srgbClr val="F4F7FB"/>
                </a:solidFill>
              </a:defRPr>
            </a:lvl3pPr>
            <a:lvl4pPr algn="ctr">
              <a:defRPr sz="1275" b="1">
                <a:solidFill>
                  <a:srgbClr val="F4F7FB"/>
                </a:solidFill>
              </a:defRPr>
            </a:lvl4pPr>
            <a:lvl5pPr algn="ctr">
              <a:defRPr sz="1275" b="1">
                <a:solidFill>
                  <a:srgbClr val="F4F7FB"/>
                </a:solidFill>
              </a:defRPr>
            </a:lvl5pPr>
            <a:lvl6pPr algn="ctr">
              <a:defRPr sz="1275" b="1">
                <a:solidFill>
                  <a:srgbClr val="F4F7FB"/>
                </a:solidFill>
              </a:defRPr>
            </a:lvl6pPr>
            <a:lvl7pPr algn="ctr">
              <a:defRPr sz="1275" b="1">
                <a:solidFill>
                  <a:srgbClr val="F4F7FB"/>
                </a:solidFill>
              </a:defRPr>
            </a:lvl7pPr>
            <a:lvl8pPr algn="ctr">
              <a:defRPr sz="1275" b="1">
                <a:solidFill>
                  <a:srgbClr val="F4F7FB"/>
                </a:solidFill>
              </a:defRPr>
            </a:lvl8pPr>
            <a:lvl9pPr algn="ctr">
              <a:defRPr sz="1275" b="1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Rule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7B911-4B9E-4AE6-83D8-20D5A0C6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28750"/>
            <a:ext cx="1666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3344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FD07D-850A-4868-AA38-3EE43DC8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24000"/>
            <a:ext cx="147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</a:defRPr>
            </a:defPPr>
            <a:lvl1pPr algn="ctr">
              <a:defRPr sz="1275" b="1">
                <a:solidFill>
                  <a:srgbClr val="F4F7FB"/>
                </a:solidFill>
              </a:defRPr>
            </a:lvl1pPr>
            <a:lvl2pPr algn="ctr">
              <a:defRPr sz="1275" b="1">
                <a:solidFill>
                  <a:srgbClr val="F4F7FB"/>
                </a:solidFill>
              </a:defRPr>
            </a:lvl2pPr>
            <a:lvl3pPr algn="ctr">
              <a:defRPr sz="1275" b="1">
                <a:solidFill>
                  <a:srgbClr val="F4F7FB"/>
                </a:solidFill>
              </a:defRPr>
            </a:lvl3pPr>
            <a:lvl4pPr algn="ctr">
              <a:defRPr sz="1275" b="1">
                <a:solidFill>
                  <a:srgbClr val="F4F7FB"/>
                </a:solidFill>
              </a:defRPr>
            </a:lvl4pPr>
            <a:lvl5pPr algn="ctr">
              <a:defRPr sz="1275" b="1">
                <a:solidFill>
                  <a:srgbClr val="F4F7FB"/>
                </a:solidFill>
              </a:defRPr>
            </a:lvl5pPr>
            <a:lvl6pPr algn="ctr">
              <a:defRPr sz="1275" b="1">
                <a:solidFill>
                  <a:srgbClr val="F4F7FB"/>
                </a:solidFill>
              </a:defRPr>
            </a:lvl6pPr>
            <a:lvl7pPr algn="ctr">
              <a:defRPr sz="1275" b="1">
                <a:solidFill>
                  <a:srgbClr val="F4F7FB"/>
                </a:solidFill>
              </a:defRPr>
            </a:lvl7pPr>
            <a:lvl8pPr algn="ctr">
              <a:defRPr sz="1275" b="1">
                <a:solidFill>
                  <a:srgbClr val="F4F7FB"/>
                </a:solidFill>
              </a:defRPr>
            </a:lvl8pPr>
            <a:lvl9pPr algn="ctr">
              <a:defRPr sz="1275" b="1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Room v4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7F33F-8A12-44B2-B6E9-6EDCAA1E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52750"/>
            <a:ext cx="1666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3344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8E50B-715E-43F6-B796-63EC2FA6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48000"/>
            <a:ext cx="147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</a:defRPr>
            </a:defPPr>
            <a:lvl1pPr algn="ctr">
              <a:defRPr sz="1275" b="1">
                <a:solidFill>
                  <a:srgbClr val="F4F7FB"/>
                </a:solidFill>
              </a:defRPr>
            </a:lvl1pPr>
            <a:lvl2pPr algn="ctr">
              <a:defRPr sz="1275" b="1">
                <a:solidFill>
                  <a:srgbClr val="F4F7FB"/>
                </a:solidFill>
              </a:defRPr>
            </a:lvl2pPr>
            <a:lvl3pPr algn="ctr">
              <a:defRPr sz="1275" b="1">
                <a:solidFill>
                  <a:srgbClr val="F4F7FB"/>
                </a:solidFill>
              </a:defRPr>
            </a:lvl3pPr>
            <a:lvl4pPr algn="ctr">
              <a:defRPr sz="1275" b="1">
                <a:solidFill>
                  <a:srgbClr val="F4F7FB"/>
                </a:solidFill>
              </a:defRPr>
            </a:lvl4pPr>
            <a:lvl5pPr algn="ctr">
              <a:defRPr sz="1275" b="1">
                <a:solidFill>
                  <a:srgbClr val="F4F7FB"/>
                </a:solidFill>
              </a:defRPr>
            </a:lvl5pPr>
            <a:lvl6pPr algn="ctr">
              <a:defRPr sz="1275" b="1">
                <a:solidFill>
                  <a:srgbClr val="F4F7FB"/>
                </a:solidFill>
              </a:defRPr>
            </a:lvl6pPr>
            <a:lvl7pPr algn="ctr">
              <a:defRPr sz="1275" b="1">
                <a:solidFill>
                  <a:srgbClr val="F4F7FB"/>
                </a:solidFill>
              </a:defRPr>
            </a:lvl7pPr>
            <a:lvl8pPr algn="ctr">
              <a:defRPr sz="1275" b="1">
                <a:solidFill>
                  <a:srgbClr val="F4F7FB"/>
                </a:solidFill>
              </a:defRPr>
            </a:lvl8pPr>
            <a:lvl9pPr algn="ctr">
              <a:defRPr sz="1275" b="1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Actuator / 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49D86-157F-4FD5-A0C4-F73B5137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28750"/>
            <a:ext cx="1666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3344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0C561-EC8E-4D3B-B35C-5A0D09F6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24000"/>
            <a:ext cx="147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</a:defRPr>
            </a:defPPr>
            <a:lvl1pPr algn="ctr">
              <a:defRPr sz="1275" b="1">
                <a:solidFill>
                  <a:srgbClr val="F4F7FB"/>
                </a:solidFill>
              </a:defRPr>
            </a:lvl1pPr>
            <a:lvl2pPr algn="ctr">
              <a:defRPr sz="1275" b="1">
                <a:solidFill>
                  <a:srgbClr val="F4F7FB"/>
                </a:solidFill>
              </a:defRPr>
            </a:lvl2pPr>
            <a:lvl3pPr algn="ctr">
              <a:defRPr sz="1275" b="1">
                <a:solidFill>
                  <a:srgbClr val="F4F7FB"/>
                </a:solidFill>
              </a:defRPr>
            </a:lvl3pPr>
            <a:lvl4pPr algn="ctr">
              <a:defRPr sz="1275" b="1">
                <a:solidFill>
                  <a:srgbClr val="F4F7FB"/>
                </a:solidFill>
              </a:defRPr>
            </a:lvl4pPr>
            <a:lvl5pPr algn="ctr">
              <a:defRPr sz="1275" b="1">
                <a:solidFill>
                  <a:srgbClr val="F4F7FB"/>
                </a:solidFill>
              </a:defRPr>
            </a:lvl5pPr>
            <a:lvl6pPr algn="ctr">
              <a:defRPr sz="1275" b="1">
                <a:solidFill>
                  <a:srgbClr val="F4F7FB"/>
                </a:solidFill>
              </a:defRPr>
            </a:lvl6pPr>
            <a:lvl7pPr algn="ctr">
              <a:defRPr sz="1275" b="1">
                <a:solidFill>
                  <a:srgbClr val="F4F7FB"/>
                </a:solidFill>
              </a:defRPr>
            </a:lvl7pPr>
            <a:lvl8pPr algn="ctr">
              <a:defRPr sz="1275" b="1">
                <a:solidFill>
                  <a:srgbClr val="F4F7FB"/>
                </a:solidFill>
              </a:defRPr>
            </a:lvl8pPr>
            <a:lvl9pPr algn="ctr">
              <a:defRPr sz="1275" b="1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Firebase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61ECC6-762E-4AA2-9EFC-9A6B1F7B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0"/>
            <a:ext cx="1666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3344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F99305-3524-4CC6-ABCE-30BD987C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48000"/>
            <a:ext cx="147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</a:defRPr>
            </a:defPPr>
            <a:lvl1pPr algn="ctr">
              <a:defRPr sz="1275" b="1">
                <a:solidFill>
                  <a:srgbClr val="F4F7FB"/>
                </a:solidFill>
              </a:defRPr>
            </a:lvl1pPr>
            <a:lvl2pPr algn="ctr">
              <a:defRPr sz="1275" b="1">
                <a:solidFill>
                  <a:srgbClr val="F4F7FB"/>
                </a:solidFill>
              </a:defRPr>
            </a:lvl2pPr>
            <a:lvl3pPr algn="ctr">
              <a:defRPr sz="1275" b="1">
                <a:solidFill>
                  <a:srgbClr val="F4F7FB"/>
                </a:solidFill>
              </a:defRPr>
            </a:lvl3pPr>
            <a:lvl4pPr algn="ctr">
              <a:defRPr sz="1275" b="1">
                <a:solidFill>
                  <a:srgbClr val="F4F7FB"/>
                </a:solidFill>
              </a:defRPr>
            </a:lvl4pPr>
            <a:lvl5pPr algn="ctr">
              <a:defRPr sz="1275" b="1">
                <a:solidFill>
                  <a:srgbClr val="F4F7FB"/>
                </a:solidFill>
              </a:defRPr>
            </a:lvl5pPr>
            <a:lvl6pPr algn="ctr">
              <a:defRPr sz="1275" b="1">
                <a:solidFill>
                  <a:srgbClr val="F4F7FB"/>
                </a:solidFill>
              </a:defRPr>
            </a:lvl6pPr>
            <a:lvl7pPr algn="ctr">
              <a:defRPr sz="1275" b="1">
                <a:solidFill>
                  <a:srgbClr val="F4F7FB"/>
                </a:solidFill>
              </a:defRPr>
            </a:lvl7pPr>
            <a:lvl8pPr algn="ctr">
              <a:defRPr sz="1275" b="1">
                <a:solidFill>
                  <a:srgbClr val="F4F7FB"/>
                </a:solidFill>
              </a:defRPr>
            </a:lvl8pPr>
            <a:lvl9pPr algn="ctr">
              <a:defRPr sz="1275" b="1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6AE04F-5A19-4CF2-82D3-E8118A42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AAB8CC"/>
                </a:solidFill>
              </a:defRPr>
            </a:defPPr>
            <a:lvl1pPr algn="l">
              <a:defRPr sz="1650" b="0">
                <a:solidFill>
                  <a:srgbClr val="AAB8CC"/>
                </a:solidFill>
              </a:defRPr>
            </a:lvl1pPr>
            <a:lvl2pPr algn="l">
              <a:defRPr sz="1650" b="0">
                <a:solidFill>
                  <a:srgbClr val="AAB8CC"/>
                </a:solidFill>
              </a:defRPr>
            </a:lvl2pPr>
            <a:lvl3pPr algn="l">
              <a:defRPr sz="1650" b="0">
                <a:solidFill>
                  <a:srgbClr val="AAB8CC"/>
                </a:solidFill>
              </a:defRPr>
            </a:lvl3pPr>
            <a:lvl4pPr algn="l">
              <a:defRPr sz="1650" b="0">
                <a:solidFill>
                  <a:srgbClr val="AAB8CC"/>
                </a:solidFill>
              </a:defRPr>
            </a:lvl4pPr>
            <a:lvl5pPr algn="l">
              <a:defRPr sz="1650" b="0">
                <a:solidFill>
                  <a:srgbClr val="AAB8CC"/>
                </a:solidFill>
              </a:defRPr>
            </a:lvl5pPr>
            <a:lvl6pPr algn="l">
              <a:defRPr sz="1650" b="0">
                <a:solidFill>
                  <a:srgbClr val="AAB8CC"/>
                </a:solidFill>
              </a:defRPr>
            </a:lvl6pPr>
            <a:lvl7pPr algn="l">
              <a:defRPr sz="1650" b="0">
                <a:solidFill>
                  <a:srgbClr val="AAB8CC"/>
                </a:solidFill>
              </a:defRPr>
            </a:lvl7pPr>
            <a:lvl8pPr algn="l">
              <a:defRPr sz="1650" b="0">
                <a:solidFill>
                  <a:srgbClr val="AAB8CC"/>
                </a:solidFill>
              </a:defRPr>
            </a:lvl8pPr>
            <a:lvl9pPr algn="l">
              <a:defRPr sz="1650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AB8CC"/>
                </a:solidFill>
              </a:defRPr>
            </a:pPr>
            <a:r>
              <a:rPr sz="1650" b="0">
                <a:solidFill>
                  <a:srgbClr val="AAB8CC"/>
                </a:solidFill>
              </a:rPr>
              <a:t>Sensor data feeds ML and rules. Room and cloud are asynchronous branches.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A4F051-94D6-4F32-9B94-79B9F1C9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AAB8CC"/>
                </a:solidFill>
              </a:defRPr>
            </a:defPPr>
            <a:lvl1pPr algn="l">
              <a:defRPr sz="825" b="0">
                <a:solidFill>
                  <a:srgbClr val="AAB8CC"/>
                </a:solidFill>
              </a:defRPr>
            </a:lvl1pPr>
            <a:lvl2pPr algn="l">
              <a:defRPr sz="825" b="0">
                <a:solidFill>
                  <a:srgbClr val="AAB8CC"/>
                </a:solidFill>
              </a:defRPr>
            </a:lvl2pPr>
            <a:lvl3pPr algn="l">
              <a:defRPr sz="825" b="0">
                <a:solidFill>
                  <a:srgbClr val="AAB8CC"/>
                </a:solidFill>
              </a:defRPr>
            </a:lvl3pPr>
            <a:lvl4pPr algn="l">
              <a:defRPr sz="825" b="0">
                <a:solidFill>
                  <a:srgbClr val="AAB8CC"/>
                </a:solidFill>
              </a:defRPr>
            </a:lvl4pPr>
            <a:lvl5pPr algn="l">
              <a:defRPr sz="825" b="0">
                <a:solidFill>
                  <a:srgbClr val="AAB8CC"/>
                </a:solidFill>
              </a:defRPr>
            </a:lvl5pPr>
            <a:lvl6pPr algn="l">
              <a:defRPr sz="825" b="0">
                <a:solidFill>
                  <a:srgbClr val="AAB8CC"/>
                </a:solidFill>
              </a:defRPr>
            </a:lvl6pPr>
            <a:lvl7pPr algn="l">
              <a:defRPr sz="825" b="0">
                <a:solidFill>
                  <a:srgbClr val="AAB8CC"/>
                </a:solidFill>
              </a:defRPr>
            </a:lvl7pPr>
            <a:lvl8pPr algn="l">
              <a:defRPr sz="825" b="0">
                <a:solidFill>
                  <a:srgbClr val="AAB8CC"/>
                </a:solidFill>
              </a:defRPr>
            </a:lvl8pPr>
            <a:lvl9pPr algn="l">
              <a:defRPr sz="82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AAB8CC"/>
                </a:solidFill>
              </a:defRPr>
            </a:pPr>
            <a:r>
              <a:rPr sz="825" b="0">
                <a:solidFill>
                  <a:srgbClr val="AAB8CC"/>
                </a:solidFill>
              </a:rPr>
              <a:t>SleepTrackerSimulator   Лабораторна робота №7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C2BE10-E1B4-4714-A595-290CE0C9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AAB8CC"/>
                </a:solidFill>
              </a:defRPr>
            </a:defPPr>
            <a:lvl1pPr algn="r">
              <a:defRPr sz="825" b="0">
                <a:solidFill>
                  <a:srgbClr val="AAB8CC"/>
                </a:solidFill>
              </a:defRPr>
            </a:lvl1pPr>
            <a:lvl2pPr algn="r">
              <a:defRPr sz="825" b="0">
                <a:solidFill>
                  <a:srgbClr val="AAB8CC"/>
                </a:solidFill>
              </a:defRPr>
            </a:lvl2pPr>
            <a:lvl3pPr algn="r">
              <a:defRPr sz="825" b="0">
                <a:solidFill>
                  <a:srgbClr val="AAB8CC"/>
                </a:solidFill>
              </a:defRPr>
            </a:lvl3pPr>
            <a:lvl4pPr algn="r">
              <a:defRPr sz="825" b="0">
                <a:solidFill>
                  <a:srgbClr val="AAB8CC"/>
                </a:solidFill>
              </a:defRPr>
            </a:lvl4pPr>
            <a:lvl5pPr algn="r">
              <a:defRPr sz="825" b="0">
                <a:solidFill>
                  <a:srgbClr val="AAB8CC"/>
                </a:solidFill>
              </a:defRPr>
            </a:lvl5pPr>
            <a:lvl6pPr algn="r">
              <a:defRPr sz="825" b="0">
                <a:solidFill>
                  <a:srgbClr val="AAB8CC"/>
                </a:solidFill>
              </a:defRPr>
            </a:lvl6pPr>
            <a:lvl7pPr algn="r">
              <a:defRPr sz="825" b="0">
                <a:solidFill>
                  <a:srgbClr val="AAB8CC"/>
                </a:solidFill>
              </a:defRPr>
            </a:lvl7pPr>
            <a:lvl8pPr algn="r">
              <a:defRPr sz="825" b="0">
                <a:solidFill>
                  <a:srgbClr val="AAB8CC"/>
                </a:solidFill>
              </a:defRPr>
            </a:lvl8pPr>
            <a:lvl9pPr algn="r">
              <a:defRPr sz="82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AAB8CC"/>
                </a:solidFill>
              </a:defRPr>
            </a:pPr>
            <a:r>
              <a:rPr sz="825" b="0">
                <a:solidFill>
                  <a:srgbClr val="AAB8CC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904076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D74A9-A4E9-445C-B706-32C12235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39D4C7"/>
                </a:solidFill>
              </a:defRPr>
            </a:defPPr>
            <a:lvl1pPr algn="l">
              <a:defRPr sz="1050" b="1">
                <a:solidFill>
                  <a:srgbClr val="39D4C7"/>
                </a:solidFill>
              </a:defRPr>
            </a:lvl1pPr>
            <a:lvl2pPr algn="l">
              <a:defRPr sz="1050" b="1">
                <a:solidFill>
                  <a:srgbClr val="39D4C7"/>
                </a:solidFill>
              </a:defRPr>
            </a:lvl2pPr>
            <a:lvl3pPr algn="l">
              <a:defRPr sz="1050" b="1">
                <a:solidFill>
                  <a:srgbClr val="39D4C7"/>
                </a:solidFill>
              </a:defRPr>
            </a:lvl3pPr>
            <a:lvl4pPr algn="l">
              <a:defRPr sz="1050" b="1">
                <a:solidFill>
                  <a:srgbClr val="39D4C7"/>
                </a:solidFill>
              </a:defRPr>
            </a:lvl4pPr>
            <a:lvl5pPr algn="l">
              <a:defRPr sz="1050" b="1">
                <a:solidFill>
                  <a:srgbClr val="39D4C7"/>
                </a:solidFill>
              </a:defRPr>
            </a:lvl5pPr>
            <a:lvl6pPr algn="l">
              <a:defRPr sz="1050" b="1">
                <a:solidFill>
                  <a:srgbClr val="39D4C7"/>
                </a:solidFill>
              </a:defRPr>
            </a:lvl6pPr>
            <a:lvl7pPr algn="l">
              <a:defRPr sz="1050" b="1">
                <a:solidFill>
                  <a:srgbClr val="39D4C7"/>
                </a:solidFill>
              </a:defRPr>
            </a:lvl7pPr>
            <a:lvl8pPr algn="l">
              <a:defRPr sz="1050" b="1">
                <a:solidFill>
                  <a:srgbClr val="39D4C7"/>
                </a:solidFill>
              </a:defRPr>
            </a:lvl8pPr>
            <a:lvl9pPr algn="l">
              <a:defRPr sz="10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9D4C7"/>
                </a:solidFill>
              </a:defRPr>
            </a:pPr>
            <a:r>
              <a:rPr sz="1050" b="1">
                <a:solidFill>
                  <a:srgbClr val="39D4C7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E8C13-751D-45E0-8DDB-6F700C76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F4F7FB"/>
                </a:solidFill>
              </a:defRPr>
            </a:defPPr>
            <a:lvl1pPr algn="l">
              <a:defRPr sz="2400" b="1">
                <a:solidFill>
                  <a:srgbClr val="F4F7FB"/>
                </a:solidFill>
              </a:defRPr>
            </a:lvl1pPr>
            <a:lvl2pPr algn="l">
              <a:defRPr sz="2400" b="1">
                <a:solidFill>
                  <a:srgbClr val="F4F7FB"/>
                </a:solidFill>
              </a:defRPr>
            </a:lvl2pPr>
            <a:lvl3pPr algn="l">
              <a:defRPr sz="2400" b="1">
                <a:solidFill>
                  <a:srgbClr val="F4F7FB"/>
                </a:solidFill>
              </a:defRPr>
            </a:lvl3pPr>
            <a:lvl4pPr algn="l">
              <a:defRPr sz="2400" b="1">
                <a:solidFill>
                  <a:srgbClr val="F4F7FB"/>
                </a:solidFill>
              </a:defRPr>
            </a:lvl4pPr>
            <a:lvl5pPr algn="l">
              <a:defRPr sz="2400" b="1">
                <a:solidFill>
                  <a:srgbClr val="F4F7FB"/>
                </a:solidFill>
              </a:defRPr>
            </a:lvl5pPr>
            <a:lvl6pPr algn="l">
              <a:defRPr sz="2400" b="1">
                <a:solidFill>
                  <a:srgbClr val="F4F7FB"/>
                </a:solidFill>
              </a:defRPr>
            </a:lvl6pPr>
            <a:lvl7pPr algn="l">
              <a:defRPr sz="2400" b="1">
                <a:solidFill>
                  <a:srgbClr val="F4F7FB"/>
                </a:solidFill>
              </a:defRPr>
            </a:lvl7pPr>
            <a:lvl8pPr algn="l">
              <a:defRPr sz="2400" b="1">
                <a:solidFill>
                  <a:srgbClr val="F4F7FB"/>
                </a:solidFill>
              </a:defRPr>
            </a:lvl8pPr>
            <a:lvl9pPr algn="l">
              <a:defRPr sz="2400" b="1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4F7FB"/>
                </a:solidFill>
              </a:defRPr>
            </a:pPr>
            <a:r>
              <a:rPr sz="2400" b="1">
                <a:solidFill>
                  <a:srgbClr val="F4F7FB"/>
                </a:solidFill>
              </a:rPr>
              <a:t>Sensor acquisition та TFLite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FE79B-25B7-40DB-9A20-1B9CE8DB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39D4C7"/>
                </a:solidFill>
              </a:defRPr>
            </a:defPPr>
            <a:lvl1pPr algn="l">
              <a:defRPr sz="3900" b="1">
                <a:solidFill>
                  <a:srgbClr val="39D4C7"/>
                </a:solidFill>
              </a:defRPr>
            </a:lvl1pPr>
            <a:lvl2pPr algn="l">
              <a:defRPr sz="3900" b="1">
                <a:solidFill>
                  <a:srgbClr val="39D4C7"/>
                </a:solidFill>
              </a:defRPr>
            </a:lvl2pPr>
            <a:lvl3pPr algn="l">
              <a:defRPr sz="3900" b="1">
                <a:solidFill>
                  <a:srgbClr val="39D4C7"/>
                </a:solidFill>
              </a:defRPr>
            </a:lvl3pPr>
            <a:lvl4pPr algn="l">
              <a:defRPr sz="3900" b="1">
                <a:solidFill>
                  <a:srgbClr val="39D4C7"/>
                </a:solidFill>
              </a:defRPr>
            </a:lvl4pPr>
            <a:lvl5pPr algn="l">
              <a:defRPr sz="3900" b="1">
                <a:solidFill>
                  <a:srgbClr val="39D4C7"/>
                </a:solidFill>
              </a:defRPr>
            </a:lvl5pPr>
            <a:lvl6pPr algn="l">
              <a:defRPr sz="3900" b="1">
                <a:solidFill>
                  <a:srgbClr val="39D4C7"/>
                </a:solidFill>
              </a:defRPr>
            </a:lvl6pPr>
            <a:lvl7pPr algn="l">
              <a:defRPr sz="3900" b="1">
                <a:solidFill>
                  <a:srgbClr val="39D4C7"/>
                </a:solidFill>
              </a:defRPr>
            </a:lvl7pPr>
            <a:lvl8pPr algn="l">
              <a:defRPr sz="3900" b="1">
                <a:solidFill>
                  <a:srgbClr val="39D4C7"/>
                </a:solidFill>
              </a:defRPr>
            </a:lvl8pPr>
            <a:lvl9pPr algn="l">
              <a:defRPr sz="390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39D4C7"/>
                </a:solidFill>
              </a:defRPr>
            </a:pPr>
            <a:r>
              <a:rPr sz="3900" b="1">
                <a:solidFill>
                  <a:srgbClr val="39D4C7"/>
                </a:solidFill>
              </a:rPr>
              <a:t>20 ×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E2E22-BCD8-45C9-921F-0DE9AC06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8CC"/>
                </a:solidFill>
              </a:defRPr>
            </a:defPPr>
            <a:lvl1pPr algn="l">
              <a:defRPr sz="1350" b="0">
                <a:solidFill>
                  <a:srgbClr val="AAB8CC"/>
                </a:solidFill>
              </a:defRPr>
            </a:lvl1pPr>
            <a:lvl2pPr algn="l">
              <a:defRPr sz="1350" b="0">
                <a:solidFill>
                  <a:srgbClr val="AAB8CC"/>
                </a:solidFill>
              </a:defRPr>
            </a:lvl2pPr>
            <a:lvl3pPr algn="l">
              <a:defRPr sz="1350" b="0">
                <a:solidFill>
                  <a:srgbClr val="AAB8CC"/>
                </a:solidFill>
              </a:defRPr>
            </a:lvl3pPr>
            <a:lvl4pPr algn="l">
              <a:defRPr sz="1350" b="0">
                <a:solidFill>
                  <a:srgbClr val="AAB8CC"/>
                </a:solidFill>
              </a:defRPr>
            </a:lvl4pPr>
            <a:lvl5pPr algn="l">
              <a:defRPr sz="1350" b="0">
                <a:solidFill>
                  <a:srgbClr val="AAB8CC"/>
                </a:solidFill>
              </a:defRPr>
            </a:lvl5pPr>
            <a:lvl6pPr algn="l">
              <a:defRPr sz="1350" b="0">
                <a:solidFill>
                  <a:srgbClr val="AAB8CC"/>
                </a:solidFill>
              </a:defRPr>
            </a:lvl6pPr>
            <a:lvl7pPr algn="l">
              <a:defRPr sz="1350" b="0">
                <a:solidFill>
                  <a:srgbClr val="AAB8CC"/>
                </a:solidFill>
              </a:defRPr>
            </a:lvl7pPr>
            <a:lvl8pPr algn="l">
              <a:defRPr sz="1350" b="0">
                <a:solidFill>
                  <a:srgbClr val="AAB8CC"/>
                </a:solidFill>
              </a:defRPr>
            </a:lvl8pPr>
            <a:lvl9pPr algn="l">
              <a:defRPr sz="1350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AB8CC"/>
                </a:solidFill>
              </a:defRPr>
            </a:pPr>
            <a:r>
              <a:rPr sz="1350" b="0">
                <a:solidFill>
                  <a:srgbClr val="AAB8CC"/>
                </a:solidFill>
              </a:rPr>
              <a:t>ковзне вікно X/Y/Z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BA4BE-1FC6-4D58-8638-89ACCD49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F4F7FB"/>
                </a:solidFill>
              </a:defRPr>
            </a:defPPr>
            <a:lvl1pPr algn="l">
              <a:defRPr sz="2400" b="1">
                <a:solidFill>
                  <a:srgbClr val="F4F7FB"/>
                </a:solidFill>
              </a:defRPr>
            </a:lvl1pPr>
            <a:lvl2pPr algn="l">
              <a:defRPr sz="2400" b="1">
                <a:solidFill>
                  <a:srgbClr val="F4F7FB"/>
                </a:solidFill>
              </a:defRPr>
            </a:lvl2pPr>
            <a:lvl3pPr algn="l">
              <a:defRPr sz="2400" b="1">
                <a:solidFill>
                  <a:srgbClr val="F4F7FB"/>
                </a:solidFill>
              </a:defRPr>
            </a:lvl3pPr>
            <a:lvl4pPr algn="l">
              <a:defRPr sz="2400" b="1">
                <a:solidFill>
                  <a:srgbClr val="F4F7FB"/>
                </a:solidFill>
              </a:defRPr>
            </a:lvl4pPr>
            <a:lvl5pPr algn="l">
              <a:defRPr sz="2400" b="1">
                <a:solidFill>
                  <a:srgbClr val="F4F7FB"/>
                </a:solidFill>
              </a:defRPr>
            </a:lvl5pPr>
            <a:lvl6pPr algn="l">
              <a:defRPr sz="2400" b="1">
                <a:solidFill>
                  <a:srgbClr val="F4F7FB"/>
                </a:solidFill>
              </a:defRPr>
            </a:lvl6pPr>
            <a:lvl7pPr algn="l">
              <a:defRPr sz="2400" b="1">
                <a:solidFill>
                  <a:srgbClr val="F4F7FB"/>
                </a:solidFill>
              </a:defRPr>
            </a:lvl7pPr>
            <a:lvl8pPr algn="l">
              <a:defRPr sz="2400" b="1">
                <a:solidFill>
                  <a:srgbClr val="F4F7FB"/>
                </a:solidFill>
              </a:defRPr>
            </a:lvl8pPr>
            <a:lvl9pPr algn="l">
              <a:defRPr sz="2400" b="1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4F7FB"/>
                </a:solidFill>
              </a:defRPr>
            </a:pPr>
            <a:r>
              <a:rPr sz="2400" b="1">
                <a:solidFill>
                  <a:srgbClr val="F4F7FB"/>
                </a:solidFill>
              </a:rPr>
              <a:t>REST</a:t>
            </a:r>
          </a:p>
          <a:p xmlns:a="http://schemas.openxmlformats.org/drawingml/2006/main">
            <a:pPr algn="l">
              <a:defRPr sz="2400" b="1">
                <a:solidFill>
                  <a:srgbClr val="F4F7FB"/>
                </a:solidFill>
              </a:defRPr>
            </a:pPr>
            <a:r>
              <a:rPr sz="2400" b="1">
                <a:solidFill>
                  <a:srgbClr val="F4F7FB"/>
                </a:solidFill>
              </a:rPr>
              <a:t>RESTLESS</a:t>
            </a:r>
          </a:p>
          <a:p xmlns:a="http://schemas.openxmlformats.org/drawingml/2006/main">
            <a:pPr algn="l">
              <a:defRPr sz="2400" b="1">
                <a:solidFill>
                  <a:srgbClr val="F4F7FB"/>
                </a:solidFill>
              </a:defRPr>
            </a:pPr>
            <a:r>
              <a:rPr sz="2400" b="1">
                <a:solidFill>
                  <a:srgbClr val="F4F7FB"/>
                </a:solidFill>
              </a:rPr>
              <a:t>ACTIVE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2EF7B-46B2-4224-9A59-1423D534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75" b="1">
                <a:solidFill>
                  <a:srgbClr val="9187FF"/>
                </a:solidFill>
              </a:defRPr>
            </a:defPPr>
            <a:lvl1pPr algn="l">
              <a:defRPr sz="3375" b="1">
                <a:solidFill>
                  <a:srgbClr val="9187FF"/>
                </a:solidFill>
              </a:defRPr>
            </a:lvl1pPr>
            <a:lvl2pPr algn="l">
              <a:defRPr sz="3375" b="1">
                <a:solidFill>
                  <a:srgbClr val="9187FF"/>
                </a:solidFill>
              </a:defRPr>
            </a:lvl2pPr>
            <a:lvl3pPr algn="l">
              <a:defRPr sz="3375" b="1">
                <a:solidFill>
                  <a:srgbClr val="9187FF"/>
                </a:solidFill>
              </a:defRPr>
            </a:lvl3pPr>
            <a:lvl4pPr algn="l">
              <a:defRPr sz="3375" b="1">
                <a:solidFill>
                  <a:srgbClr val="9187FF"/>
                </a:solidFill>
              </a:defRPr>
            </a:lvl4pPr>
            <a:lvl5pPr algn="l">
              <a:defRPr sz="3375" b="1">
                <a:solidFill>
                  <a:srgbClr val="9187FF"/>
                </a:solidFill>
              </a:defRPr>
            </a:lvl5pPr>
            <a:lvl6pPr algn="l">
              <a:defRPr sz="3375" b="1">
                <a:solidFill>
                  <a:srgbClr val="9187FF"/>
                </a:solidFill>
              </a:defRPr>
            </a:lvl6pPr>
            <a:lvl7pPr algn="l">
              <a:defRPr sz="3375" b="1">
                <a:solidFill>
                  <a:srgbClr val="9187FF"/>
                </a:solidFill>
              </a:defRPr>
            </a:lvl7pPr>
            <a:lvl8pPr algn="l">
              <a:defRPr sz="3375" b="1">
                <a:solidFill>
                  <a:srgbClr val="9187FF"/>
                </a:solidFill>
              </a:defRPr>
            </a:lvl8pPr>
            <a:lvl9pPr algn="l">
              <a:defRPr sz="3375" b="1">
                <a:solidFill>
                  <a:srgbClr val="9187FF"/>
                </a:solidFill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9187FF"/>
                </a:solidFill>
              </a:defRPr>
            </a:pPr>
            <a:r>
              <a:rPr sz="3375" b="1">
                <a:solidFill>
                  <a:srgbClr val="9187FF"/>
                </a:solidFill>
              </a:rPr>
              <a:t>97,22%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A1ECF-5891-48CA-B01C-77C5771B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813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AB8CC"/>
                </a:solidFill>
              </a:defRPr>
            </a:defPPr>
            <a:lvl1pPr algn="l">
              <a:defRPr sz="1275" b="0">
                <a:solidFill>
                  <a:srgbClr val="AAB8CC"/>
                </a:solidFill>
              </a:defRPr>
            </a:lvl1pPr>
            <a:lvl2pPr algn="l">
              <a:defRPr sz="1275" b="0">
                <a:solidFill>
                  <a:srgbClr val="AAB8CC"/>
                </a:solidFill>
              </a:defRPr>
            </a:lvl2pPr>
            <a:lvl3pPr algn="l">
              <a:defRPr sz="1275" b="0">
                <a:solidFill>
                  <a:srgbClr val="AAB8CC"/>
                </a:solidFill>
              </a:defRPr>
            </a:lvl3pPr>
            <a:lvl4pPr algn="l">
              <a:defRPr sz="1275" b="0">
                <a:solidFill>
                  <a:srgbClr val="AAB8CC"/>
                </a:solidFill>
              </a:defRPr>
            </a:lvl4pPr>
            <a:lvl5pPr algn="l">
              <a:defRPr sz="1275" b="0">
                <a:solidFill>
                  <a:srgbClr val="AAB8CC"/>
                </a:solidFill>
              </a:defRPr>
            </a:lvl5pPr>
            <a:lvl6pPr algn="l">
              <a:defRPr sz="1275" b="0">
                <a:solidFill>
                  <a:srgbClr val="AAB8CC"/>
                </a:solidFill>
              </a:defRPr>
            </a:lvl6pPr>
            <a:lvl7pPr algn="l">
              <a:defRPr sz="1275" b="0">
                <a:solidFill>
                  <a:srgbClr val="AAB8CC"/>
                </a:solidFill>
              </a:defRPr>
            </a:lvl7pPr>
            <a:lvl8pPr algn="l">
              <a:defRPr sz="1275" b="0">
                <a:solidFill>
                  <a:srgbClr val="AAB8CC"/>
                </a:solidFill>
              </a:defRPr>
            </a:lvl8pPr>
            <a:lvl9pPr algn="l">
              <a:defRPr sz="127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AB8CC"/>
                </a:solidFill>
              </a:defRPr>
            </a:pPr>
            <a:r>
              <a:rPr sz="1275" b="0">
                <a:solidFill>
                  <a:srgbClr val="AAB8CC"/>
                </a:solidFill>
              </a:rPr>
              <a:t>900 synthetic test windows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2A630-9B11-457F-82AB-00376B27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FF7777"/>
                </a:solidFill>
              </a:defRPr>
            </a:defPPr>
            <a:lvl1pPr algn="l">
              <a:defRPr sz="1800" b="1">
                <a:solidFill>
                  <a:srgbClr val="FF7777"/>
                </a:solidFill>
              </a:defRPr>
            </a:lvl1pPr>
            <a:lvl2pPr algn="l">
              <a:defRPr sz="1800" b="1">
                <a:solidFill>
                  <a:srgbClr val="FF7777"/>
                </a:solidFill>
              </a:defRPr>
            </a:lvl2pPr>
            <a:lvl3pPr algn="l">
              <a:defRPr sz="1800" b="1">
                <a:solidFill>
                  <a:srgbClr val="FF7777"/>
                </a:solidFill>
              </a:defRPr>
            </a:lvl3pPr>
            <a:lvl4pPr algn="l">
              <a:defRPr sz="1800" b="1">
                <a:solidFill>
                  <a:srgbClr val="FF7777"/>
                </a:solidFill>
              </a:defRPr>
            </a:lvl4pPr>
            <a:lvl5pPr algn="l">
              <a:defRPr sz="1800" b="1">
                <a:solidFill>
                  <a:srgbClr val="FF7777"/>
                </a:solidFill>
              </a:defRPr>
            </a:lvl5pPr>
            <a:lvl6pPr algn="l">
              <a:defRPr sz="1800" b="1">
                <a:solidFill>
                  <a:srgbClr val="FF7777"/>
                </a:solidFill>
              </a:defRPr>
            </a:lvl6pPr>
            <a:lvl7pPr algn="l">
              <a:defRPr sz="1800" b="1">
                <a:solidFill>
                  <a:srgbClr val="FF7777"/>
                </a:solidFill>
              </a:defRPr>
            </a:lvl7pPr>
            <a:lvl8pPr algn="l">
              <a:defRPr sz="1800" b="1">
                <a:solidFill>
                  <a:srgbClr val="FF7777"/>
                </a:solidFill>
              </a:defRPr>
            </a:lvl8pPr>
            <a:lvl9pPr algn="l">
              <a:defRPr sz="1800" b="1">
                <a:solidFill>
                  <a:srgbClr val="FF7777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7777"/>
                </a:solidFill>
              </a:defRPr>
            </a:pPr>
            <a:r>
              <a:rPr sz="1800" b="1">
                <a:solidFill>
                  <a:srgbClr val="FF7777"/>
                </a:solidFill>
              </a:rPr>
              <a:t>Класи руху, не клінічні стадії сну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ECA90-8E79-446A-A16B-795F01A2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AAB8CC"/>
                </a:solidFill>
              </a:defRPr>
            </a:defPPr>
            <a:lvl1pPr algn="l">
              <a:defRPr sz="825" b="0">
                <a:solidFill>
                  <a:srgbClr val="AAB8CC"/>
                </a:solidFill>
              </a:defRPr>
            </a:lvl1pPr>
            <a:lvl2pPr algn="l">
              <a:defRPr sz="825" b="0">
                <a:solidFill>
                  <a:srgbClr val="AAB8CC"/>
                </a:solidFill>
              </a:defRPr>
            </a:lvl2pPr>
            <a:lvl3pPr algn="l">
              <a:defRPr sz="825" b="0">
                <a:solidFill>
                  <a:srgbClr val="AAB8CC"/>
                </a:solidFill>
              </a:defRPr>
            </a:lvl3pPr>
            <a:lvl4pPr algn="l">
              <a:defRPr sz="825" b="0">
                <a:solidFill>
                  <a:srgbClr val="AAB8CC"/>
                </a:solidFill>
              </a:defRPr>
            </a:lvl4pPr>
            <a:lvl5pPr algn="l">
              <a:defRPr sz="825" b="0">
                <a:solidFill>
                  <a:srgbClr val="AAB8CC"/>
                </a:solidFill>
              </a:defRPr>
            </a:lvl5pPr>
            <a:lvl6pPr algn="l">
              <a:defRPr sz="825" b="0">
                <a:solidFill>
                  <a:srgbClr val="AAB8CC"/>
                </a:solidFill>
              </a:defRPr>
            </a:lvl6pPr>
            <a:lvl7pPr algn="l">
              <a:defRPr sz="825" b="0">
                <a:solidFill>
                  <a:srgbClr val="AAB8CC"/>
                </a:solidFill>
              </a:defRPr>
            </a:lvl7pPr>
            <a:lvl8pPr algn="l">
              <a:defRPr sz="825" b="0">
                <a:solidFill>
                  <a:srgbClr val="AAB8CC"/>
                </a:solidFill>
              </a:defRPr>
            </a:lvl8pPr>
            <a:lvl9pPr algn="l">
              <a:defRPr sz="82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AAB8CC"/>
                </a:solidFill>
              </a:defRPr>
            </a:pPr>
            <a:r>
              <a:rPr sz="825" b="0">
                <a:solidFill>
                  <a:srgbClr val="AAB8CC"/>
                </a:solidFill>
              </a:rPr>
              <a:t>SleepTrackerSimulator   Лабораторна робота №7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FC8CA-A815-4EA2-B7EF-71BDE3B3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AAB8CC"/>
                </a:solidFill>
              </a:defRPr>
            </a:defPPr>
            <a:lvl1pPr algn="r">
              <a:defRPr sz="825" b="0">
                <a:solidFill>
                  <a:srgbClr val="AAB8CC"/>
                </a:solidFill>
              </a:defRPr>
            </a:lvl1pPr>
            <a:lvl2pPr algn="r">
              <a:defRPr sz="825" b="0">
                <a:solidFill>
                  <a:srgbClr val="AAB8CC"/>
                </a:solidFill>
              </a:defRPr>
            </a:lvl2pPr>
            <a:lvl3pPr algn="r">
              <a:defRPr sz="825" b="0">
                <a:solidFill>
                  <a:srgbClr val="AAB8CC"/>
                </a:solidFill>
              </a:defRPr>
            </a:lvl3pPr>
            <a:lvl4pPr algn="r">
              <a:defRPr sz="825" b="0">
                <a:solidFill>
                  <a:srgbClr val="AAB8CC"/>
                </a:solidFill>
              </a:defRPr>
            </a:lvl4pPr>
            <a:lvl5pPr algn="r">
              <a:defRPr sz="825" b="0">
                <a:solidFill>
                  <a:srgbClr val="AAB8CC"/>
                </a:solidFill>
              </a:defRPr>
            </a:lvl5pPr>
            <a:lvl6pPr algn="r">
              <a:defRPr sz="825" b="0">
                <a:solidFill>
                  <a:srgbClr val="AAB8CC"/>
                </a:solidFill>
              </a:defRPr>
            </a:lvl6pPr>
            <a:lvl7pPr algn="r">
              <a:defRPr sz="825" b="0">
                <a:solidFill>
                  <a:srgbClr val="AAB8CC"/>
                </a:solidFill>
              </a:defRPr>
            </a:lvl7pPr>
            <a:lvl8pPr algn="r">
              <a:defRPr sz="825" b="0">
                <a:solidFill>
                  <a:srgbClr val="AAB8CC"/>
                </a:solidFill>
              </a:defRPr>
            </a:lvl8pPr>
            <a:lvl9pPr algn="r">
              <a:defRPr sz="82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AAB8CC"/>
                </a:solidFill>
              </a:defRPr>
            </a:pPr>
            <a:r>
              <a:rPr sz="825" b="0">
                <a:solidFill>
                  <a:srgbClr val="AAB8CC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543898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23FD7C-3BB7-4F0C-B43B-75FC6578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39D4C7"/>
                </a:solidFill>
              </a:defRPr>
            </a:defPPr>
            <a:lvl1pPr algn="l">
              <a:defRPr sz="1050" b="1">
                <a:solidFill>
                  <a:srgbClr val="39D4C7"/>
                </a:solidFill>
              </a:defRPr>
            </a:lvl1pPr>
            <a:lvl2pPr algn="l">
              <a:defRPr sz="1050" b="1">
                <a:solidFill>
                  <a:srgbClr val="39D4C7"/>
                </a:solidFill>
              </a:defRPr>
            </a:lvl2pPr>
            <a:lvl3pPr algn="l">
              <a:defRPr sz="1050" b="1">
                <a:solidFill>
                  <a:srgbClr val="39D4C7"/>
                </a:solidFill>
              </a:defRPr>
            </a:lvl3pPr>
            <a:lvl4pPr algn="l">
              <a:defRPr sz="1050" b="1">
                <a:solidFill>
                  <a:srgbClr val="39D4C7"/>
                </a:solidFill>
              </a:defRPr>
            </a:lvl4pPr>
            <a:lvl5pPr algn="l">
              <a:defRPr sz="1050" b="1">
                <a:solidFill>
                  <a:srgbClr val="39D4C7"/>
                </a:solidFill>
              </a:defRPr>
            </a:lvl5pPr>
            <a:lvl6pPr algn="l">
              <a:defRPr sz="1050" b="1">
                <a:solidFill>
                  <a:srgbClr val="39D4C7"/>
                </a:solidFill>
              </a:defRPr>
            </a:lvl6pPr>
            <a:lvl7pPr algn="l">
              <a:defRPr sz="1050" b="1">
                <a:solidFill>
                  <a:srgbClr val="39D4C7"/>
                </a:solidFill>
              </a:defRPr>
            </a:lvl7pPr>
            <a:lvl8pPr algn="l">
              <a:defRPr sz="1050" b="1">
                <a:solidFill>
                  <a:srgbClr val="39D4C7"/>
                </a:solidFill>
              </a:defRPr>
            </a:lvl8pPr>
            <a:lvl9pPr algn="l">
              <a:defRPr sz="10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9D4C7"/>
                </a:solidFill>
              </a:defRPr>
            </a:pPr>
            <a:r>
              <a:rPr sz="1050" b="1">
                <a:solidFill>
                  <a:srgbClr val="39D4C7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E86FA-6206-4756-B84C-A319DA12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F4F7FB"/>
                </a:solidFill>
              </a:defRPr>
            </a:defPPr>
            <a:lvl1pPr algn="l">
              <a:defRPr sz="2400" b="1">
                <a:solidFill>
                  <a:srgbClr val="F4F7FB"/>
                </a:solidFill>
              </a:defRPr>
            </a:lvl1pPr>
            <a:lvl2pPr algn="l">
              <a:defRPr sz="2400" b="1">
                <a:solidFill>
                  <a:srgbClr val="F4F7FB"/>
                </a:solidFill>
              </a:defRPr>
            </a:lvl2pPr>
            <a:lvl3pPr algn="l">
              <a:defRPr sz="2400" b="1">
                <a:solidFill>
                  <a:srgbClr val="F4F7FB"/>
                </a:solidFill>
              </a:defRPr>
            </a:lvl3pPr>
            <a:lvl4pPr algn="l">
              <a:defRPr sz="2400" b="1">
                <a:solidFill>
                  <a:srgbClr val="F4F7FB"/>
                </a:solidFill>
              </a:defRPr>
            </a:lvl4pPr>
            <a:lvl5pPr algn="l">
              <a:defRPr sz="2400" b="1">
                <a:solidFill>
                  <a:srgbClr val="F4F7FB"/>
                </a:solidFill>
              </a:defRPr>
            </a:lvl5pPr>
            <a:lvl6pPr algn="l">
              <a:defRPr sz="2400" b="1">
                <a:solidFill>
                  <a:srgbClr val="F4F7FB"/>
                </a:solidFill>
              </a:defRPr>
            </a:lvl6pPr>
            <a:lvl7pPr algn="l">
              <a:defRPr sz="2400" b="1">
                <a:solidFill>
                  <a:srgbClr val="F4F7FB"/>
                </a:solidFill>
              </a:defRPr>
            </a:lvl7pPr>
            <a:lvl8pPr algn="l">
              <a:defRPr sz="2400" b="1">
                <a:solidFill>
                  <a:srgbClr val="F4F7FB"/>
                </a:solidFill>
              </a:defRPr>
            </a:lvl8pPr>
            <a:lvl9pPr algn="l">
              <a:defRPr sz="2400" b="1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4F7FB"/>
                </a:solidFill>
              </a:defRPr>
            </a:pPr>
            <a:r>
              <a:rPr sz="2400" b="1">
                <a:solidFill>
                  <a:srgbClr val="F4F7FB"/>
                </a:solidFill>
              </a:rPr>
              <a:t>Smart Scenarios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511C9-86FE-4CDC-BC69-34EF37C0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AAB8CC"/>
                </a:solidFill>
              </a:defRPr>
            </a:defPPr>
            <a:lvl1pPr algn="l">
              <a:defRPr sz="1200" b="0">
                <a:solidFill>
                  <a:srgbClr val="AAB8CC"/>
                </a:solidFill>
              </a:defRPr>
            </a:lvl1pPr>
            <a:lvl2pPr algn="l">
              <a:defRPr sz="1200" b="0">
                <a:solidFill>
                  <a:srgbClr val="AAB8CC"/>
                </a:solidFill>
              </a:defRPr>
            </a:lvl2pPr>
            <a:lvl3pPr algn="l">
              <a:defRPr sz="1200" b="0">
                <a:solidFill>
                  <a:srgbClr val="AAB8CC"/>
                </a:solidFill>
              </a:defRPr>
            </a:lvl3pPr>
            <a:lvl4pPr algn="l">
              <a:defRPr sz="1200" b="0">
                <a:solidFill>
                  <a:srgbClr val="AAB8CC"/>
                </a:solidFill>
              </a:defRPr>
            </a:lvl4pPr>
            <a:lvl5pPr algn="l">
              <a:defRPr sz="1200" b="0">
                <a:solidFill>
                  <a:srgbClr val="AAB8CC"/>
                </a:solidFill>
              </a:defRPr>
            </a:lvl5pPr>
            <a:lvl6pPr algn="l">
              <a:defRPr sz="1200" b="0">
                <a:solidFill>
                  <a:srgbClr val="AAB8CC"/>
                </a:solidFill>
              </a:defRPr>
            </a:lvl6pPr>
            <a:lvl7pPr algn="l">
              <a:defRPr sz="1200" b="0">
                <a:solidFill>
                  <a:srgbClr val="AAB8CC"/>
                </a:solidFill>
              </a:defRPr>
            </a:lvl7pPr>
            <a:lvl8pPr algn="l">
              <a:defRPr sz="1200" b="0">
                <a:solidFill>
                  <a:srgbClr val="AAB8CC"/>
                </a:solidFill>
              </a:defRPr>
            </a:lvl8pPr>
            <a:lvl9pPr algn="l">
              <a:defRPr sz="1200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AB8CC"/>
                </a:solidFill>
              </a:defRPr>
            </a:pPr>
            <a:r>
              <a:rPr sz="1200" b="0">
                <a:solidFill>
                  <a:srgbClr val="AAB8CC"/>
                </a:solidFill>
              </a:rPr>
              <a:t>Приклад користувацького правила: X &gt; 10 m/s², три збіги, vibration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D538A-C1DE-45D2-8A5D-955928A8EE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8db4c3c114253"/>
          <a:stretch xmlns:a="http://schemas.openxmlformats.org/drawingml/2006/main"/>
        </p:blipFill>
        <p:spPr>
          <a:xfrm xmlns:a="http://schemas.openxmlformats.org/drawingml/2006/main">
            <a:off x="1653935" y="1857375"/>
            <a:ext cx="1835630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72A8F-B462-41C8-A31C-CCA2D860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478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39D4C7"/>
                </a:solidFill>
              </a:defRPr>
            </a:defPPr>
            <a:lvl1pPr algn="l">
              <a:defRPr sz="2025" b="1">
                <a:solidFill>
                  <a:srgbClr val="39D4C7"/>
                </a:solidFill>
              </a:defRPr>
            </a:lvl1pPr>
            <a:lvl2pPr algn="l">
              <a:defRPr sz="2025" b="1">
                <a:solidFill>
                  <a:srgbClr val="39D4C7"/>
                </a:solidFill>
              </a:defRPr>
            </a:lvl2pPr>
            <a:lvl3pPr algn="l">
              <a:defRPr sz="2025" b="1">
                <a:solidFill>
                  <a:srgbClr val="39D4C7"/>
                </a:solidFill>
              </a:defRPr>
            </a:lvl3pPr>
            <a:lvl4pPr algn="l">
              <a:defRPr sz="2025" b="1">
                <a:solidFill>
                  <a:srgbClr val="39D4C7"/>
                </a:solidFill>
              </a:defRPr>
            </a:lvl4pPr>
            <a:lvl5pPr algn="l">
              <a:defRPr sz="2025" b="1">
                <a:solidFill>
                  <a:srgbClr val="39D4C7"/>
                </a:solidFill>
              </a:defRPr>
            </a:lvl5pPr>
            <a:lvl6pPr algn="l">
              <a:defRPr sz="2025" b="1">
                <a:solidFill>
                  <a:srgbClr val="39D4C7"/>
                </a:solidFill>
              </a:defRPr>
            </a:lvl6pPr>
            <a:lvl7pPr algn="l">
              <a:defRPr sz="2025" b="1">
                <a:solidFill>
                  <a:srgbClr val="39D4C7"/>
                </a:solidFill>
              </a:defRPr>
            </a:lvl7pPr>
            <a:lvl8pPr algn="l">
              <a:defRPr sz="2025" b="1">
                <a:solidFill>
                  <a:srgbClr val="39D4C7"/>
                </a:solidFill>
              </a:defRPr>
            </a:lvl8pPr>
            <a:lvl9pPr algn="l">
              <a:defRPr sz="2025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39D4C7"/>
                </a:solidFill>
              </a:defRPr>
            </a:pPr>
            <a:r>
              <a:rPr sz="2025" b="1">
                <a:solidFill>
                  <a:srgbClr val="39D4C7"/>
                </a:solidFill>
              </a:rPr>
              <a:t>Pure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12279-F941-4257-B909-A0B2E712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670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76909-F8A3-41BE-B79D-7952CA2B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670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</a:defRPr>
            </a:defPPr>
            <a:lvl1pPr algn="l">
              <a:defRPr sz="1500" b="0">
                <a:solidFill>
                  <a:srgbClr val="F4F7FB"/>
                </a:solidFill>
              </a:defRPr>
            </a:lvl1pPr>
            <a:lvl2pPr algn="l">
              <a:defRPr sz="1500" b="0">
                <a:solidFill>
                  <a:srgbClr val="F4F7FB"/>
                </a:solidFill>
              </a:defRPr>
            </a:lvl2pPr>
            <a:lvl3pPr algn="l">
              <a:defRPr sz="1500" b="0">
                <a:solidFill>
                  <a:srgbClr val="F4F7FB"/>
                </a:solidFill>
              </a:defRPr>
            </a:lvl3pPr>
            <a:lvl4pPr algn="l">
              <a:defRPr sz="1500" b="0">
                <a:solidFill>
                  <a:srgbClr val="F4F7FB"/>
                </a:solidFill>
              </a:defRPr>
            </a:lvl4pPr>
            <a:lvl5pPr algn="l">
              <a:defRPr sz="1500" b="0">
                <a:solidFill>
                  <a:srgbClr val="F4F7FB"/>
                </a:solidFill>
              </a:defRPr>
            </a:lvl5pPr>
            <a:lvl6pPr algn="l">
              <a:defRPr sz="1500" b="0">
                <a:solidFill>
                  <a:srgbClr val="F4F7FB"/>
                </a:solidFill>
              </a:defRPr>
            </a:lvl6pPr>
            <a:lvl7pPr algn="l">
              <a:defRPr sz="1500" b="0">
                <a:solidFill>
                  <a:srgbClr val="F4F7FB"/>
                </a:solidFill>
              </a:defRPr>
            </a:lvl7pPr>
            <a:lvl8pPr algn="l">
              <a:defRPr sz="1500" b="0">
                <a:solidFill>
                  <a:srgbClr val="F4F7FB"/>
                </a:solidFill>
              </a:defRPr>
            </a:lvl8pPr>
            <a:lvl9pPr algn="l">
              <a:defRPr sz="150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Typed source, operator та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4DF45-CBE9-4E54-A002-6E01FE8B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575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62296-FB32-426C-A1E4-81DE354D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5755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</a:defRPr>
            </a:defPPr>
            <a:lvl1pPr algn="l">
              <a:defRPr sz="1500" b="0">
                <a:solidFill>
                  <a:srgbClr val="F4F7FB"/>
                </a:solidFill>
              </a:defRPr>
            </a:lvl1pPr>
            <a:lvl2pPr algn="l">
              <a:defRPr sz="1500" b="0">
                <a:solidFill>
                  <a:srgbClr val="F4F7FB"/>
                </a:solidFill>
              </a:defRPr>
            </a:lvl2pPr>
            <a:lvl3pPr algn="l">
              <a:defRPr sz="1500" b="0">
                <a:solidFill>
                  <a:srgbClr val="F4F7FB"/>
                </a:solidFill>
              </a:defRPr>
            </a:lvl3pPr>
            <a:lvl4pPr algn="l">
              <a:defRPr sz="1500" b="0">
                <a:solidFill>
                  <a:srgbClr val="F4F7FB"/>
                </a:solidFill>
              </a:defRPr>
            </a:lvl4pPr>
            <a:lvl5pPr algn="l">
              <a:defRPr sz="1500" b="0">
                <a:solidFill>
                  <a:srgbClr val="F4F7FB"/>
                </a:solidFill>
              </a:defRPr>
            </a:lvl5pPr>
            <a:lvl6pPr algn="l">
              <a:defRPr sz="1500" b="0">
                <a:solidFill>
                  <a:srgbClr val="F4F7FB"/>
                </a:solidFill>
              </a:defRPr>
            </a:lvl6pPr>
            <a:lvl7pPr algn="l">
              <a:defRPr sz="1500" b="0">
                <a:solidFill>
                  <a:srgbClr val="F4F7FB"/>
                </a:solidFill>
              </a:defRPr>
            </a:lvl7pPr>
            <a:lvl8pPr algn="l">
              <a:defRPr sz="1500" b="0">
                <a:solidFill>
                  <a:srgbClr val="F4F7FB"/>
                </a:solidFill>
              </a:defRPr>
            </a:lvl8pPr>
            <a:lvl9pPr algn="l">
              <a:defRPr sz="150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Rising edge та rearm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3F433-F00C-4D7E-88D7-A2A6F5E7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481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7C6C7-C33F-49D1-A155-F6035A3D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481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</a:defRPr>
            </a:defPPr>
            <a:lvl1pPr algn="l">
              <a:defRPr sz="1500" b="0">
                <a:solidFill>
                  <a:srgbClr val="F4F7FB"/>
                </a:solidFill>
              </a:defRPr>
            </a:lvl1pPr>
            <a:lvl2pPr algn="l">
              <a:defRPr sz="1500" b="0">
                <a:solidFill>
                  <a:srgbClr val="F4F7FB"/>
                </a:solidFill>
              </a:defRPr>
            </a:lvl2pPr>
            <a:lvl3pPr algn="l">
              <a:defRPr sz="1500" b="0">
                <a:solidFill>
                  <a:srgbClr val="F4F7FB"/>
                </a:solidFill>
              </a:defRPr>
            </a:lvl3pPr>
            <a:lvl4pPr algn="l">
              <a:defRPr sz="1500" b="0">
                <a:solidFill>
                  <a:srgbClr val="F4F7FB"/>
                </a:solidFill>
              </a:defRPr>
            </a:lvl4pPr>
            <a:lvl5pPr algn="l">
              <a:defRPr sz="1500" b="0">
                <a:solidFill>
                  <a:srgbClr val="F4F7FB"/>
                </a:solidFill>
              </a:defRPr>
            </a:lvl5pPr>
            <a:lvl6pPr algn="l">
              <a:defRPr sz="1500" b="0">
                <a:solidFill>
                  <a:srgbClr val="F4F7FB"/>
                </a:solidFill>
              </a:defRPr>
            </a:lvl6pPr>
            <a:lvl7pPr algn="l">
              <a:defRPr sz="1500" b="0">
                <a:solidFill>
                  <a:srgbClr val="F4F7FB"/>
                </a:solidFill>
              </a:defRPr>
            </a:lvl7pPr>
            <a:lvl8pPr algn="l">
              <a:defRPr sz="1500" b="0">
                <a:solidFill>
                  <a:srgbClr val="F4F7FB"/>
                </a:solidFill>
              </a:defRPr>
            </a:lvl8pPr>
            <a:lvl9pPr algn="l">
              <a:defRPr sz="150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Cooldown 5000 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F8139-B7DB-4600-BA3C-8FA9F115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386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A6509-0D8D-4E6D-8CE2-7CB28A3F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3865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</a:defRPr>
            </a:defPPr>
            <a:lvl1pPr algn="l">
              <a:defRPr sz="1500" b="0">
                <a:solidFill>
                  <a:srgbClr val="F4F7FB"/>
                </a:solidFill>
              </a:defRPr>
            </a:lvl1pPr>
            <a:lvl2pPr algn="l">
              <a:defRPr sz="1500" b="0">
                <a:solidFill>
                  <a:srgbClr val="F4F7FB"/>
                </a:solidFill>
              </a:defRPr>
            </a:lvl2pPr>
            <a:lvl3pPr algn="l">
              <a:defRPr sz="1500" b="0">
                <a:solidFill>
                  <a:srgbClr val="F4F7FB"/>
                </a:solidFill>
              </a:defRPr>
            </a:lvl3pPr>
            <a:lvl4pPr algn="l">
              <a:defRPr sz="1500" b="0">
                <a:solidFill>
                  <a:srgbClr val="F4F7FB"/>
                </a:solidFill>
              </a:defRPr>
            </a:lvl4pPr>
            <a:lvl5pPr algn="l">
              <a:defRPr sz="1500" b="0">
                <a:solidFill>
                  <a:srgbClr val="F4F7FB"/>
                </a:solidFill>
              </a:defRPr>
            </a:lvl5pPr>
            <a:lvl6pPr algn="l">
              <a:defRPr sz="1500" b="0">
                <a:solidFill>
                  <a:srgbClr val="F4F7FB"/>
                </a:solidFill>
              </a:defRPr>
            </a:lvl6pPr>
            <a:lvl7pPr algn="l">
              <a:defRPr sz="1500" b="0">
                <a:solidFill>
                  <a:srgbClr val="F4F7FB"/>
                </a:solidFill>
              </a:defRPr>
            </a:lvl7pPr>
            <a:lvl8pPr algn="l">
              <a:defRPr sz="1500" b="0">
                <a:solidFill>
                  <a:srgbClr val="F4F7FB"/>
                </a:solidFill>
              </a:defRPr>
            </a:lvl8pPr>
            <a:lvl9pPr algn="l">
              <a:defRPr sz="150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Room persistence та execution log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FB94B9-8B04-46CF-96C7-2E9D5B8C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AAB8CC"/>
                </a:solidFill>
              </a:defRPr>
            </a:defPPr>
            <a:lvl1pPr algn="l">
              <a:defRPr sz="825" b="0">
                <a:solidFill>
                  <a:srgbClr val="AAB8CC"/>
                </a:solidFill>
              </a:defRPr>
            </a:lvl1pPr>
            <a:lvl2pPr algn="l">
              <a:defRPr sz="825" b="0">
                <a:solidFill>
                  <a:srgbClr val="AAB8CC"/>
                </a:solidFill>
              </a:defRPr>
            </a:lvl2pPr>
            <a:lvl3pPr algn="l">
              <a:defRPr sz="825" b="0">
                <a:solidFill>
                  <a:srgbClr val="AAB8CC"/>
                </a:solidFill>
              </a:defRPr>
            </a:lvl3pPr>
            <a:lvl4pPr algn="l">
              <a:defRPr sz="825" b="0">
                <a:solidFill>
                  <a:srgbClr val="AAB8CC"/>
                </a:solidFill>
              </a:defRPr>
            </a:lvl4pPr>
            <a:lvl5pPr algn="l">
              <a:defRPr sz="825" b="0">
                <a:solidFill>
                  <a:srgbClr val="AAB8CC"/>
                </a:solidFill>
              </a:defRPr>
            </a:lvl5pPr>
            <a:lvl6pPr algn="l">
              <a:defRPr sz="825" b="0">
                <a:solidFill>
                  <a:srgbClr val="AAB8CC"/>
                </a:solidFill>
              </a:defRPr>
            </a:lvl6pPr>
            <a:lvl7pPr algn="l">
              <a:defRPr sz="825" b="0">
                <a:solidFill>
                  <a:srgbClr val="AAB8CC"/>
                </a:solidFill>
              </a:defRPr>
            </a:lvl7pPr>
            <a:lvl8pPr algn="l">
              <a:defRPr sz="825" b="0">
                <a:solidFill>
                  <a:srgbClr val="AAB8CC"/>
                </a:solidFill>
              </a:defRPr>
            </a:lvl8pPr>
            <a:lvl9pPr algn="l">
              <a:defRPr sz="82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AAB8CC"/>
                </a:solidFill>
              </a:defRPr>
            </a:pPr>
            <a:r>
              <a:rPr sz="825" b="0">
                <a:solidFill>
                  <a:srgbClr val="AAB8CC"/>
                </a:solidFill>
              </a:rPr>
              <a:t>SleepTrackerSimulator   Лабораторна робота №7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19BB1-03DC-4AEB-9A60-0394338B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AAB8CC"/>
                </a:solidFill>
              </a:defRPr>
            </a:defPPr>
            <a:lvl1pPr algn="r">
              <a:defRPr sz="825" b="0">
                <a:solidFill>
                  <a:srgbClr val="AAB8CC"/>
                </a:solidFill>
              </a:defRPr>
            </a:lvl1pPr>
            <a:lvl2pPr algn="r">
              <a:defRPr sz="825" b="0">
                <a:solidFill>
                  <a:srgbClr val="AAB8CC"/>
                </a:solidFill>
              </a:defRPr>
            </a:lvl2pPr>
            <a:lvl3pPr algn="r">
              <a:defRPr sz="825" b="0">
                <a:solidFill>
                  <a:srgbClr val="AAB8CC"/>
                </a:solidFill>
              </a:defRPr>
            </a:lvl3pPr>
            <a:lvl4pPr algn="r">
              <a:defRPr sz="825" b="0">
                <a:solidFill>
                  <a:srgbClr val="AAB8CC"/>
                </a:solidFill>
              </a:defRPr>
            </a:lvl4pPr>
            <a:lvl5pPr algn="r">
              <a:defRPr sz="825" b="0">
                <a:solidFill>
                  <a:srgbClr val="AAB8CC"/>
                </a:solidFill>
              </a:defRPr>
            </a:lvl5pPr>
            <a:lvl6pPr algn="r">
              <a:defRPr sz="825" b="0">
                <a:solidFill>
                  <a:srgbClr val="AAB8CC"/>
                </a:solidFill>
              </a:defRPr>
            </a:lvl6pPr>
            <a:lvl7pPr algn="r">
              <a:defRPr sz="825" b="0">
                <a:solidFill>
                  <a:srgbClr val="AAB8CC"/>
                </a:solidFill>
              </a:defRPr>
            </a:lvl7pPr>
            <a:lvl8pPr algn="r">
              <a:defRPr sz="825" b="0">
                <a:solidFill>
                  <a:srgbClr val="AAB8CC"/>
                </a:solidFill>
              </a:defRPr>
            </a:lvl8pPr>
            <a:lvl9pPr algn="r">
              <a:defRPr sz="82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AAB8CC"/>
                </a:solidFill>
              </a:defRPr>
            </a:pPr>
            <a:r>
              <a:rPr sz="825" b="0">
                <a:solidFill>
                  <a:srgbClr val="AAB8CC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718782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D1D3E-FFA0-4938-98D9-23159749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39D4C7"/>
                </a:solidFill>
              </a:defRPr>
            </a:defPPr>
            <a:lvl1pPr algn="l">
              <a:defRPr sz="1050" b="1">
                <a:solidFill>
                  <a:srgbClr val="39D4C7"/>
                </a:solidFill>
              </a:defRPr>
            </a:lvl1pPr>
            <a:lvl2pPr algn="l">
              <a:defRPr sz="1050" b="1">
                <a:solidFill>
                  <a:srgbClr val="39D4C7"/>
                </a:solidFill>
              </a:defRPr>
            </a:lvl2pPr>
            <a:lvl3pPr algn="l">
              <a:defRPr sz="1050" b="1">
                <a:solidFill>
                  <a:srgbClr val="39D4C7"/>
                </a:solidFill>
              </a:defRPr>
            </a:lvl3pPr>
            <a:lvl4pPr algn="l">
              <a:defRPr sz="1050" b="1">
                <a:solidFill>
                  <a:srgbClr val="39D4C7"/>
                </a:solidFill>
              </a:defRPr>
            </a:lvl4pPr>
            <a:lvl5pPr algn="l">
              <a:defRPr sz="1050" b="1">
                <a:solidFill>
                  <a:srgbClr val="39D4C7"/>
                </a:solidFill>
              </a:defRPr>
            </a:lvl5pPr>
            <a:lvl6pPr algn="l">
              <a:defRPr sz="1050" b="1">
                <a:solidFill>
                  <a:srgbClr val="39D4C7"/>
                </a:solidFill>
              </a:defRPr>
            </a:lvl6pPr>
            <a:lvl7pPr algn="l">
              <a:defRPr sz="1050" b="1">
                <a:solidFill>
                  <a:srgbClr val="39D4C7"/>
                </a:solidFill>
              </a:defRPr>
            </a:lvl7pPr>
            <a:lvl8pPr algn="l">
              <a:defRPr sz="1050" b="1">
                <a:solidFill>
                  <a:srgbClr val="39D4C7"/>
                </a:solidFill>
              </a:defRPr>
            </a:lvl8pPr>
            <a:lvl9pPr algn="l">
              <a:defRPr sz="10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9D4C7"/>
                </a:solidFill>
              </a:defRPr>
            </a:pPr>
            <a:r>
              <a:rPr sz="1050" b="1">
                <a:solidFill>
                  <a:srgbClr val="39D4C7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D119A-9BD6-4EC0-B623-B7851362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F4F7FB"/>
                </a:solidFill>
              </a:defRPr>
            </a:defPPr>
            <a:lvl1pPr algn="l">
              <a:defRPr sz="2400" b="1">
                <a:solidFill>
                  <a:srgbClr val="F4F7FB"/>
                </a:solidFill>
              </a:defRPr>
            </a:lvl1pPr>
            <a:lvl2pPr algn="l">
              <a:defRPr sz="2400" b="1">
                <a:solidFill>
                  <a:srgbClr val="F4F7FB"/>
                </a:solidFill>
              </a:defRPr>
            </a:lvl2pPr>
            <a:lvl3pPr algn="l">
              <a:defRPr sz="2400" b="1">
                <a:solidFill>
                  <a:srgbClr val="F4F7FB"/>
                </a:solidFill>
              </a:defRPr>
            </a:lvl3pPr>
            <a:lvl4pPr algn="l">
              <a:defRPr sz="2400" b="1">
                <a:solidFill>
                  <a:srgbClr val="F4F7FB"/>
                </a:solidFill>
              </a:defRPr>
            </a:lvl4pPr>
            <a:lvl5pPr algn="l">
              <a:defRPr sz="2400" b="1">
                <a:solidFill>
                  <a:srgbClr val="F4F7FB"/>
                </a:solidFill>
              </a:defRPr>
            </a:lvl5pPr>
            <a:lvl6pPr algn="l">
              <a:defRPr sz="2400" b="1">
                <a:solidFill>
                  <a:srgbClr val="F4F7FB"/>
                </a:solidFill>
              </a:defRPr>
            </a:lvl6pPr>
            <a:lvl7pPr algn="l">
              <a:defRPr sz="2400" b="1">
                <a:solidFill>
                  <a:srgbClr val="F4F7FB"/>
                </a:solidFill>
              </a:defRPr>
            </a:lvl7pPr>
            <a:lvl8pPr algn="l">
              <a:defRPr sz="2400" b="1">
                <a:solidFill>
                  <a:srgbClr val="F4F7FB"/>
                </a:solidFill>
              </a:defRPr>
            </a:lvl8pPr>
            <a:lvl9pPr algn="l">
              <a:defRPr sz="2400" b="1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4F7FB"/>
                </a:solidFill>
              </a:defRPr>
            </a:pPr>
            <a:r>
              <a:rPr sz="2400" b="1">
                <a:solidFill>
                  <a:srgbClr val="F4F7FB"/>
                </a:solidFill>
              </a:rPr>
              <a:t>Локальне та хмарне зберігання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94BA6-D9BC-4533-930F-318C1CCA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9D4C7"/>
                </a:solidFill>
              </a:defRPr>
            </a:defPPr>
            <a:lvl1pPr algn="l">
              <a:defRPr sz="2850" b="1">
                <a:solidFill>
                  <a:srgbClr val="39D4C7"/>
                </a:solidFill>
              </a:defRPr>
            </a:lvl1pPr>
            <a:lvl2pPr algn="l">
              <a:defRPr sz="2850" b="1">
                <a:solidFill>
                  <a:srgbClr val="39D4C7"/>
                </a:solidFill>
              </a:defRPr>
            </a:lvl2pPr>
            <a:lvl3pPr algn="l">
              <a:defRPr sz="2850" b="1">
                <a:solidFill>
                  <a:srgbClr val="39D4C7"/>
                </a:solidFill>
              </a:defRPr>
            </a:lvl3pPr>
            <a:lvl4pPr algn="l">
              <a:defRPr sz="2850" b="1">
                <a:solidFill>
                  <a:srgbClr val="39D4C7"/>
                </a:solidFill>
              </a:defRPr>
            </a:lvl4pPr>
            <a:lvl5pPr algn="l">
              <a:defRPr sz="2850" b="1">
                <a:solidFill>
                  <a:srgbClr val="39D4C7"/>
                </a:solidFill>
              </a:defRPr>
            </a:lvl5pPr>
            <a:lvl6pPr algn="l">
              <a:defRPr sz="2850" b="1">
                <a:solidFill>
                  <a:srgbClr val="39D4C7"/>
                </a:solidFill>
              </a:defRPr>
            </a:lvl6pPr>
            <a:lvl7pPr algn="l">
              <a:defRPr sz="2850" b="1">
                <a:solidFill>
                  <a:srgbClr val="39D4C7"/>
                </a:solidFill>
              </a:defRPr>
            </a:lvl7pPr>
            <a:lvl8pPr algn="l">
              <a:defRPr sz="2850" b="1">
                <a:solidFill>
                  <a:srgbClr val="39D4C7"/>
                </a:solidFill>
              </a:defRPr>
            </a:lvl8pPr>
            <a:lvl9pPr algn="l">
              <a:defRPr sz="28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39D4C7"/>
                </a:solidFill>
              </a:defRPr>
            </a:pPr>
            <a:r>
              <a:rPr sz="2850" b="1">
                <a:solidFill>
                  <a:srgbClr val="39D4C7"/>
                </a:solidFill>
              </a:rPr>
              <a:t>Room v4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34061-F6F6-45D1-B680-D5C01408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381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4F7FB"/>
                </a:solidFill>
              </a:defRPr>
            </a:defPPr>
            <a:lvl1pPr algn="l">
              <a:defRPr sz="1650" b="0">
                <a:solidFill>
                  <a:srgbClr val="F4F7FB"/>
                </a:solidFill>
              </a:defRPr>
            </a:lvl1pPr>
            <a:lvl2pPr algn="l">
              <a:defRPr sz="1650" b="0">
                <a:solidFill>
                  <a:srgbClr val="F4F7FB"/>
                </a:solidFill>
              </a:defRPr>
            </a:lvl2pPr>
            <a:lvl3pPr algn="l">
              <a:defRPr sz="1650" b="0">
                <a:solidFill>
                  <a:srgbClr val="F4F7FB"/>
                </a:solidFill>
              </a:defRPr>
            </a:lvl3pPr>
            <a:lvl4pPr algn="l">
              <a:defRPr sz="1650" b="0">
                <a:solidFill>
                  <a:srgbClr val="F4F7FB"/>
                </a:solidFill>
              </a:defRPr>
            </a:lvl4pPr>
            <a:lvl5pPr algn="l">
              <a:defRPr sz="1650" b="0">
                <a:solidFill>
                  <a:srgbClr val="F4F7FB"/>
                </a:solidFill>
              </a:defRPr>
            </a:lvl5pPr>
            <a:lvl6pPr algn="l">
              <a:defRPr sz="1650" b="0">
                <a:solidFill>
                  <a:srgbClr val="F4F7FB"/>
                </a:solidFill>
              </a:defRPr>
            </a:lvl6pPr>
            <a:lvl7pPr algn="l">
              <a:defRPr sz="1650" b="0">
                <a:solidFill>
                  <a:srgbClr val="F4F7FB"/>
                </a:solidFill>
              </a:defRPr>
            </a:lvl7pPr>
            <a:lvl8pPr algn="l">
              <a:defRPr sz="1650" b="0">
                <a:solidFill>
                  <a:srgbClr val="F4F7FB"/>
                </a:solidFill>
              </a:defRPr>
            </a:lvl8pPr>
            <a:lvl9pPr algn="l">
              <a:defRPr sz="165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sensor_records</a:t>
            </a:r>
          </a:p>
          <a:p xmlns:a="http://schemas.openxmlformats.org/drawingml/2006/main">
            <a:pPr algn="l"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smart_rules</a:t>
            </a:r>
          </a:p>
          <a:p xmlns:a="http://schemas.openxmlformats.org/drawingml/2006/main">
            <a:pPr algn="l"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smart_rule_executions</a:t>
            </a:r>
          </a:p>
          <a:p xmlns:a="http://schemas.openxmlformats.org/drawingml/2006/main">
            <a:pPr algn="l"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cloud_outbox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6986D-25A6-419F-A247-BD894835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9187FF"/>
                </a:solidFill>
              </a:defRPr>
            </a:defPPr>
            <a:lvl1pPr algn="l">
              <a:defRPr sz="2850" b="1">
                <a:solidFill>
                  <a:srgbClr val="9187FF"/>
                </a:solidFill>
              </a:defRPr>
            </a:lvl1pPr>
            <a:lvl2pPr algn="l">
              <a:defRPr sz="2850" b="1">
                <a:solidFill>
                  <a:srgbClr val="9187FF"/>
                </a:solidFill>
              </a:defRPr>
            </a:lvl2pPr>
            <a:lvl3pPr algn="l">
              <a:defRPr sz="2850" b="1">
                <a:solidFill>
                  <a:srgbClr val="9187FF"/>
                </a:solidFill>
              </a:defRPr>
            </a:lvl3pPr>
            <a:lvl4pPr algn="l">
              <a:defRPr sz="2850" b="1">
                <a:solidFill>
                  <a:srgbClr val="9187FF"/>
                </a:solidFill>
              </a:defRPr>
            </a:lvl4pPr>
            <a:lvl5pPr algn="l">
              <a:defRPr sz="2850" b="1">
                <a:solidFill>
                  <a:srgbClr val="9187FF"/>
                </a:solidFill>
              </a:defRPr>
            </a:lvl5pPr>
            <a:lvl6pPr algn="l">
              <a:defRPr sz="2850" b="1">
                <a:solidFill>
                  <a:srgbClr val="9187FF"/>
                </a:solidFill>
              </a:defRPr>
            </a:lvl6pPr>
            <a:lvl7pPr algn="l">
              <a:defRPr sz="2850" b="1">
                <a:solidFill>
                  <a:srgbClr val="9187FF"/>
                </a:solidFill>
              </a:defRPr>
            </a:lvl7pPr>
            <a:lvl8pPr algn="l">
              <a:defRPr sz="2850" b="1">
                <a:solidFill>
                  <a:srgbClr val="9187FF"/>
                </a:solidFill>
              </a:defRPr>
            </a:lvl8pPr>
            <a:lvl9pPr algn="l">
              <a:defRPr sz="2850" b="1">
                <a:solidFill>
                  <a:srgbClr val="9187FF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187FF"/>
                </a:solidFill>
              </a:defRPr>
            </a:pPr>
            <a:r>
              <a:rPr sz="2850" b="1">
                <a:solidFill>
                  <a:srgbClr val="9187FF"/>
                </a:solidFill>
              </a:rPr>
              <a:t>WorkManager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E7423-8269-4149-8127-5636BA3D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1462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4F7FB"/>
                </a:solidFill>
              </a:defRPr>
            </a:defPPr>
            <a:lvl1pPr algn="l">
              <a:defRPr sz="1650" b="0">
                <a:solidFill>
                  <a:srgbClr val="F4F7FB"/>
                </a:solidFill>
              </a:defRPr>
            </a:lvl1pPr>
            <a:lvl2pPr algn="l">
              <a:defRPr sz="1650" b="0">
                <a:solidFill>
                  <a:srgbClr val="F4F7FB"/>
                </a:solidFill>
              </a:defRPr>
            </a:lvl2pPr>
            <a:lvl3pPr algn="l">
              <a:defRPr sz="1650" b="0">
                <a:solidFill>
                  <a:srgbClr val="F4F7FB"/>
                </a:solidFill>
              </a:defRPr>
            </a:lvl3pPr>
            <a:lvl4pPr algn="l">
              <a:defRPr sz="1650" b="0">
                <a:solidFill>
                  <a:srgbClr val="F4F7FB"/>
                </a:solidFill>
              </a:defRPr>
            </a:lvl4pPr>
            <a:lvl5pPr algn="l">
              <a:defRPr sz="1650" b="0">
                <a:solidFill>
                  <a:srgbClr val="F4F7FB"/>
                </a:solidFill>
              </a:defRPr>
            </a:lvl5pPr>
            <a:lvl6pPr algn="l">
              <a:defRPr sz="1650" b="0">
                <a:solidFill>
                  <a:srgbClr val="F4F7FB"/>
                </a:solidFill>
              </a:defRPr>
            </a:lvl6pPr>
            <a:lvl7pPr algn="l">
              <a:defRPr sz="1650" b="0">
                <a:solidFill>
                  <a:srgbClr val="F4F7FB"/>
                </a:solidFill>
              </a:defRPr>
            </a:lvl7pPr>
            <a:lvl8pPr algn="l">
              <a:defRPr sz="1650" b="0">
                <a:solidFill>
                  <a:srgbClr val="F4F7FB"/>
                </a:solidFill>
              </a:defRPr>
            </a:lvl8pPr>
            <a:lvl9pPr algn="l">
              <a:defRPr sz="165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retry pending operations</a:t>
            </a:r>
          </a:p>
          <a:p xmlns:a="http://schemas.openxmlformats.org/drawingml/2006/main">
            <a:pPr algn="l"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when constraints allow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ED729-5E6A-45C1-B724-4FFA6876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39D4C7"/>
                </a:solidFill>
              </a:defRPr>
            </a:defPPr>
            <a:lvl1pPr algn="l">
              <a:defRPr sz="2550" b="1">
                <a:solidFill>
                  <a:srgbClr val="39D4C7"/>
                </a:solidFill>
              </a:defRPr>
            </a:lvl1pPr>
            <a:lvl2pPr algn="l">
              <a:defRPr sz="2550" b="1">
                <a:solidFill>
                  <a:srgbClr val="39D4C7"/>
                </a:solidFill>
              </a:defRPr>
            </a:lvl2pPr>
            <a:lvl3pPr algn="l">
              <a:defRPr sz="2550" b="1">
                <a:solidFill>
                  <a:srgbClr val="39D4C7"/>
                </a:solidFill>
              </a:defRPr>
            </a:lvl3pPr>
            <a:lvl4pPr algn="l">
              <a:defRPr sz="2550" b="1">
                <a:solidFill>
                  <a:srgbClr val="39D4C7"/>
                </a:solidFill>
              </a:defRPr>
            </a:lvl4pPr>
            <a:lvl5pPr algn="l">
              <a:defRPr sz="2550" b="1">
                <a:solidFill>
                  <a:srgbClr val="39D4C7"/>
                </a:solidFill>
              </a:defRPr>
            </a:lvl5pPr>
            <a:lvl6pPr algn="l">
              <a:defRPr sz="2550" b="1">
                <a:solidFill>
                  <a:srgbClr val="39D4C7"/>
                </a:solidFill>
              </a:defRPr>
            </a:lvl6pPr>
            <a:lvl7pPr algn="l">
              <a:defRPr sz="2550" b="1">
                <a:solidFill>
                  <a:srgbClr val="39D4C7"/>
                </a:solidFill>
              </a:defRPr>
            </a:lvl7pPr>
            <a:lvl8pPr algn="l">
              <a:defRPr sz="2550" b="1">
                <a:solidFill>
                  <a:srgbClr val="39D4C7"/>
                </a:solidFill>
              </a:defRPr>
            </a:lvl8pPr>
            <a:lvl9pPr algn="l">
              <a:defRPr sz="25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9D4C7"/>
                </a:solidFill>
              </a:defRPr>
            </a:pPr>
            <a:r>
              <a:rPr sz="2550" b="1">
                <a:solidFill>
                  <a:srgbClr val="39D4C7"/>
                </a:solidFill>
              </a:rPr>
              <a:t>Firebase RTDB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5101E-2B8F-4BB0-AB18-E57BBAE8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1462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4F7FB"/>
                </a:solidFill>
              </a:defRPr>
            </a:defPPr>
            <a:lvl1pPr algn="l">
              <a:defRPr sz="1650" b="0">
                <a:solidFill>
                  <a:srgbClr val="F4F7FB"/>
                </a:solidFill>
              </a:defRPr>
            </a:lvl1pPr>
            <a:lvl2pPr algn="l">
              <a:defRPr sz="1650" b="0">
                <a:solidFill>
                  <a:srgbClr val="F4F7FB"/>
                </a:solidFill>
              </a:defRPr>
            </a:lvl2pPr>
            <a:lvl3pPr algn="l">
              <a:defRPr sz="1650" b="0">
                <a:solidFill>
                  <a:srgbClr val="F4F7FB"/>
                </a:solidFill>
              </a:defRPr>
            </a:lvl3pPr>
            <a:lvl4pPr algn="l">
              <a:defRPr sz="1650" b="0">
                <a:solidFill>
                  <a:srgbClr val="F4F7FB"/>
                </a:solidFill>
              </a:defRPr>
            </a:lvl4pPr>
            <a:lvl5pPr algn="l">
              <a:defRPr sz="1650" b="0">
                <a:solidFill>
                  <a:srgbClr val="F4F7FB"/>
                </a:solidFill>
              </a:defRPr>
            </a:lvl5pPr>
            <a:lvl6pPr algn="l">
              <a:defRPr sz="1650" b="0">
                <a:solidFill>
                  <a:srgbClr val="F4F7FB"/>
                </a:solidFill>
              </a:defRPr>
            </a:lvl6pPr>
            <a:lvl7pPr algn="l">
              <a:defRPr sz="1650" b="0">
                <a:solidFill>
                  <a:srgbClr val="F4F7FB"/>
                </a:solidFill>
              </a:defRPr>
            </a:lvl7pPr>
            <a:lvl8pPr algn="l">
              <a:defRPr sz="1650" b="0">
                <a:solidFill>
                  <a:srgbClr val="F4F7FB"/>
                </a:solidFill>
              </a:defRPr>
            </a:lvl8pPr>
            <a:lvl9pPr algn="l">
              <a:defRPr sz="165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owner-scoped data</a:t>
            </a:r>
          </a:p>
          <a:p xmlns:a="http://schemas.openxmlformats.org/drawingml/2006/main">
            <a:pPr algn="l"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after acknowledgement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61A52-5BD0-405A-9278-BA314728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AAB8CC"/>
                </a:solidFill>
              </a:defRPr>
            </a:defPPr>
            <a:lvl1pPr algn="l">
              <a:defRPr sz="825" b="0">
                <a:solidFill>
                  <a:srgbClr val="AAB8CC"/>
                </a:solidFill>
              </a:defRPr>
            </a:lvl1pPr>
            <a:lvl2pPr algn="l">
              <a:defRPr sz="825" b="0">
                <a:solidFill>
                  <a:srgbClr val="AAB8CC"/>
                </a:solidFill>
              </a:defRPr>
            </a:lvl2pPr>
            <a:lvl3pPr algn="l">
              <a:defRPr sz="825" b="0">
                <a:solidFill>
                  <a:srgbClr val="AAB8CC"/>
                </a:solidFill>
              </a:defRPr>
            </a:lvl3pPr>
            <a:lvl4pPr algn="l">
              <a:defRPr sz="825" b="0">
                <a:solidFill>
                  <a:srgbClr val="AAB8CC"/>
                </a:solidFill>
              </a:defRPr>
            </a:lvl4pPr>
            <a:lvl5pPr algn="l">
              <a:defRPr sz="825" b="0">
                <a:solidFill>
                  <a:srgbClr val="AAB8CC"/>
                </a:solidFill>
              </a:defRPr>
            </a:lvl5pPr>
            <a:lvl6pPr algn="l">
              <a:defRPr sz="825" b="0">
                <a:solidFill>
                  <a:srgbClr val="AAB8CC"/>
                </a:solidFill>
              </a:defRPr>
            </a:lvl6pPr>
            <a:lvl7pPr algn="l">
              <a:defRPr sz="825" b="0">
                <a:solidFill>
                  <a:srgbClr val="AAB8CC"/>
                </a:solidFill>
              </a:defRPr>
            </a:lvl7pPr>
            <a:lvl8pPr algn="l">
              <a:defRPr sz="825" b="0">
                <a:solidFill>
                  <a:srgbClr val="AAB8CC"/>
                </a:solidFill>
              </a:defRPr>
            </a:lvl8pPr>
            <a:lvl9pPr algn="l">
              <a:defRPr sz="82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AAB8CC"/>
                </a:solidFill>
              </a:defRPr>
            </a:pPr>
            <a:r>
              <a:rPr sz="825" b="0">
                <a:solidFill>
                  <a:srgbClr val="AAB8CC"/>
                </a:solidFill>
              </a:rPr>
              <a:t>SleepTrackerSimulator   Лабораторна робота №7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F7E8D-6818-4CFB-9F1C-90AA2F6D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AAB8CC"/>
                </a:solidFill>
              </a:defRPr>
            </a:defPPr>
            <a:lvl1pPr algn="r">
              <a:defRPr sz="825" b="0">
                <a:solidFill>
                  <a:srgbClr val="AAB8CC"/>
                </a:solidFill>
              </a:defRPr>
            </a:lvl1pPr>
            <a:lvl2pPr algn="r">
              <a:defRPr sz="825" b="0">
                <a:solidFill>
                  <a:srgbClr val="AAB8CC"/>
                </a:solidFill>
              </a:defRPr>
            </a:lvl2pPr>
            <a:lvl3pPr algn="r">
              <a:defRPr sz="825" b="0">
                <a:solidFill>
                  <a:srgbClr val="AAB8CC"/>
                </a:solidFill>
              </a:defRPr>
            </a:lvl3pPr>
            <a:lvl4pPr algn="r">
              <a:defRPr sz="825" b="0">
                <a:solidFill>
                  <a:srgbClr val="AAB8CC"/>
                </a:solidFill>
              </a:defRPr>
            </a:lvl4pPr>
            <a:lvl5pPr algn="r">
              <a:defRPr sz="825" b="0">
                <a:solidFill>
                  <a:srgbClr val="AAB8CC"/>
                </a:solidFill>
              </a:defRPr>
            </a:lvl5pPr>
            <a:lvl6pPr algn="r">
              <a:defRPr sz="825" b="0">
                <a:solidFill>
                  <a:srgbClr val="AAB8CC"/>
                </a:solidFill>
              </a:defRPr>
            </a:lvl6pPr>
            <a:lvl7pPr algn="r">
              <a:defRPr sz="825" b="0">
                <a:solidFill>
                  <a:srgbClr val="AAB8CC"/>
                </a:solidFill>
              </a:defRPr>
            </a:lvl7pPr>
            <a:lvl8pPr algn="r">
              <a:defRPr sz="825" b="0">
                <a:solidFill>
                  <a:srgbClr val="AAB8CC"/>
                </a:solidFill>
              </a:defRPr>
            </a:lvl8pPr>
            <a:lvl9pPr algn="r">
              <a:defRPr sz="82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AAB8CC"/>
                </a:solidFill>
              </a:defRPr>
            </a:pPr>
            <a:r>
              <a:rPr sz="825" b="0">
                <a:solidFill>
                  <a:srgbClr val="AAB8CC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592948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18CC57-B418-4587-9F77-26B681AC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39D4C7"/>
                </a:solidFill>
              </a:defRPr>
            </a:defPPr>
            <a:lvl1pPr algn="l">
              <a:defRPr sz="1050" b="1">
                <a:solidFill>
                  <a:srgbClr val="39D4C7"/>
                </a:solidFill>
              </a:defRPr>
            </a:lvl1pPr>
            <a:lvl2pPr algn="l">
              <a:defRPr sz="1050" b="1">
                <a:solidFill>
                  <a:srgbClr val="39D4C7"/>
                </a:solidFill>
              </a:defRPr>
            </a:lvl2pPr>
            <a:lvl3pPr algn="l">
              <a:defRPr sz="1050" b="1">
                <a:solidFill>
                  <a:srgbClr val="39D4C7"/>
                </a:solidFill>
              </a:defRPr>
            </a:lvl3pPr>
            <a:lvl4pPr algn="l">
              <a:defRPr sz="1050" b="1">
                <a:solidFill>
                  <a:srgbClr val="39D4C7"/>
                </a:solidFill>
              </a:defRPr>
            </a:lvl4pPr>
            <a:lvl5pPr algn="l">
              <a:defRPr sz="1050" b="1">
                <a:solidFill>
                  <a:srgbClr val="39D4C7"/>
                </a:solidFill>
              </a:defRPr>
            </a:lvl5pPr>
            <a:lvl6pPr algn="l">
              <a:defRPr sz="1050" b="1">
                <a:solidFill>
                  <a:srgbClr val="39D4C7"/>
                </a:solidFill>
              </a:defRPr>
            </a:lvl6pPr>
            <a:lvl7pPr algn="l">
              <a:defRPr sz="1050" b="1">
                <a:solidFill>
                  <a:srgbClr val="39D4C7"/>
                </a:solidFill>
              </a:defRPr>
            </a:lvl7pPr>
            <a:lvl8pPr algn="l">
              <a:defRPr sz="1050" b="1">
                <a:solidFill>
                  <a:srgbClr val="39D4C7"/>
                </a:solidFill>
              </a:defRPr>
            </a:lvl8pPr>
            <a:lvl9pPr algn="l">
              <a:defRPr sz="10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9D4C7"/>
                </a:solidFill>
              </a:defRPr>
            </a:pPr>
            <a:r>
              <a:rPr sz="1050" b="1">
                <a:solidFill>
                  <a:srgbClr val="39D4C7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98907-16AB-4872-B95A-C70AFC0B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F4F7FB"/>
                </a:solidFill>
              </a:defRPr>
            </a:defPPr>
            <a:lvl1pPr algn="l">
              <a:defRPr sz="2400" b="1">
                <a:solidFill>
                  <a:srgbClr val="F4F7FB"/>
                </a:solidFill>
              </a:defRPr>
            </a:lvl1pPr>
            <a:lvl2pPr algn="l">
              <a:defRPr sz="2400" b="1">
                <a:solidFill>
                  <a:srgbClr val="F4F7FB"/>
                </a:solidFill>
              </a:defRPr>
            </a:lvl2pPr>
            <a:lvl3pPr algn="l">
              <a:defRPr sz="2400" b="1">
                <a:solidFill>
                  <a:srgbClr val="F4F7FB"/>
                </a:solidFill>
              </a:defRPr>
            </a:lvl3pPr>
            <a:lvl4pPr algn="l">
              <a:defRPr sz="2400" b="1">
                <a:solidFill>
                  <a:srgbClr val="F4F7FB"/>
                </a:solidFill>
              </a:defRPr>
            </a:lvl4pPr>
            <a:lvl5pPr algn="l">
              <a:defRPr sz="2400" b="1">
                <a:solidFill>
                  <a:srgbClr val="F4F7FB"/>
                </a:solidFill>
              </a:defRPr>
            </a:lvl5pPr>
            <a:lvl6pPr algn="l">
              <a:defRPr sz="2400" b="1">
                <a:solidFill>
                  <a:srgbClr val="F4F7FB"/>
                </a:solidFill>
              </a:defRPr>
            </a:lvl6pPr>
            <a:lvl7pPr algn="l">
              <a:defRPr sz="2400" b="1">
                <a:solidFill>
                  <a:srgbClr val="F4F7FB"/>
                </a:solidFill>
              </a:defRPr>
            </a:lvl7pPr>
            <a:lvl8pPr algn="l">
              <a:defRPr sz="2400" b="1">
                <a:solidFill>
                  <a:srgbClr val="F4F7FB"/>
                </a:solidFill>
              </a:defRPr>
            </a:lvl8pPr>
            <a:lvl9pPr algn="l">
              <a:defRPr sz="2400" b="1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4F7FB"/>
                </a:solidFill>
              </a:defRPr>
            </a:pPr>
            <a:r>
              <a:rPr sz="2400" b="1">
                <a:solidFill>
                  <a:srgbClr val="F4F7FB"/>
                </a:solidFill>
              </a:rPr>
              <a:t>IoT та актуатори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9C148-6309-4423-BFA3-7BEF7D9A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968F7-4083-43A1-A110-57B44A7C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</a:defRPr>
            </a:defPPr>
            <a:lvl1pPr algn="l">
              <a:defRPr sz="1500" b="0">
                <a:solidFill>
                  <a:srgbClr val="F4F7FB"/>
                </a:solidFill>
              </a:defRPr>
            </a:lvl1pPr>
            <a:lvl2pPr algn="l">
              <a:defRPr sz="1500" b="0">
                <a:solidFill>
                  <a:srgbClr val="F4F7FB"/>
                </a:solidFill>
              </a:defRPr>
            </a:lvl2pPr>
            <a:lvl3pPr algn="l">
              <a:defRPr sz="1500" b="0">
                <a:solidFill>
                  <a:srgbClr val="F4F7FB"/>
                </a:solidFill>
              </a:defRPr>
            </a:lvl3pPr>
            <a:lvl4pPr algn="l">
              <a:defRPr sz="1500" b="0">
                <a:solidFill>
                  <a:srgbClr val="F4F7FB"/>
                </a:solidFill>
              </a:defRPr>
            </a:lvl4pPr>
            <a:lvl5pPr algn="l">
              <a:defRPr sz="1500" b="0">
                <a:solidFill>
                  <a:srgbClr val="F4F7FB"/>
                </a:solidFill>
              </a:defRPr>
            </a:lvl5pPr>
            <a:lvl6pPr algn="l">
              <a:defRPr sz="1500" b="0">
                <a:solidFill>
                  <a:srgbClr val="F4F7FB"/>
                </a:solidFill>
              </a:defRPr>
            </a:lvl6pPr>
            <a:lvl7pPr algn="l">
              <a:defRPr sz="1500" b="0">
                <a:solidFill>
                  <a:srgbClr val="F4F7FB"/>
                </a:solidFill>
              </a:defRPr>
            </a:lvl7pPr>
            <a:lvl8pPr algn="l">
              <a:defRPr sz="1500" b="0">
                <a:solidFill>
                  <a:srgbClr val="F4F7FB"/>
                </a:solidFill>
              </a:defRPr>
            </a:lvl8pPr>
            <a:lvl9pPr algn="l">
              <a:defRPr sz="150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VirtualSleepBand: scan, connect, HR notifications.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DF5A8-E8C3-48EF-BC41-23F0DCEE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46162-72D9-4586-BC30-ED42A4FD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</a:defRPr>
            </a:defPPr>
            <a:lvl1pPr algn="l">
              <a:defRPr sz="1500" b="0">
                <a:solidFill>
                  <a:srgbClr val="F4F7FB"/>
                </a:solidFill>
              </a:defRPr>
            </a:lvl1pPr>
            <a:lvl2pPr algn="l">
              <a:defRPr sz="1500" b="0">
                <a:solidFill>
                  <a:srgbClr val="F4F7FB"/>
                </a:solidFill>
              </a:defRPr>
            </a:lvl2pPr>
            <a:lvl3pPr algn="l">
              <a:defRPr sz="1500" b="0">
                <a:solidFill>
                  <a:srgbClr val="F4F7FB"/>
                </a:solidFill>
              </a:defRPr>
            </a:lvl3pPr>
            <a:lvl4pPr algn="l">
              <a:defRPr sz="1500" b="0">
                <a:solidFill>
                  <a:srgbClr val="F4F7FB"/>
                </a:solidFill>
              </a:defRPr>
            </a:lvl4pPr>
            <a:lvl5pPr algn="l">
              <a:defRPr sz="1500" b="0">
                <a:solidFill>
                  <a:srgbClr val="F4F7FB"/>
                </a:solidFill>
              </a:defRPr>
            </a:lvl5pPr>
            <a:lvl6pPr algn="l">
              <a:defRPr sz="1500" b="0">
                <a:solidFill>
                  <a:srgbClr val="F4F7FB"/>
                </a:solidFill>
              </a:defRPr>
            </a:lvl6pPr>
            <a:lvl7pPr algn="l">
              <a:defRPr sz="1500" b="0">
                <a:solidFill>
                  <a:srgbClr val="F4F7FB"/>
                </a:solidFill>
              </a:defRPr>
            </a:lvl7pPr>
            <a:lvl8pPr algn="l">
              <a:defRPr sz="1500" b="0">
                <a:solidFill>
                  <a:srgbClr val="F4F7FB"/>
                </a:solidFill>
              </a:defRPr>
            </a:lvl8pPr>
            <a:lvl9pPr algn="l">
              <a:defRPr sz="150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DeviceCommand.ALERT повертає ALERT_ACKNOWLEDGED.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08209-7695-4ED3-A076-A6281547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FA2A6-8463-4307-9915-DF6D6940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</a:defRPr>
            </a:defPPr>
            <a:lvl1pPr algn="l">
              <a:defRPr sz="1500" b="0">
                <a:solidFill>
                  <a:srgbClr val="F4F7FB"/>
                </a:solidFill>
              </a:defRPr>
            </a:lvl1pPr>
            <a:lvl2pPr algn="l">
              <a:defRPr sz="1500" b="0">
                <a:solidFill>
                  <a:srgbClr val="F4F7FB"/>
                </a:solidFill>
              </a:defRPr>
            </a:lvl2pPr>
            <a:lvl3pPr algn="l">
              <a:defRPr sz="1500" b="0">
                <a:solidFill>
                  <a:srgbClr val="F4F7FB"/>
                </a:solidFill>
              </a:defRPr>
            </a:lvl3pPr>
            <a:lvl4pPr algn="l">
              <a:defRPr sz="1500" b="0">
                <a:solidFill>
                  <a:srgbClr val="F4F7FB"/>
                </a:solidFill>
              </a:defRPr>
            </a:lvl4pPr>
            <a:lvl5pPr algn="l">
              <a:defRPr sz="1500" b="0">
                <a:solidFill>
                  <a:srgbClr val="F4F7FB"/>
                </a:solidFill>
              </a:defRPr>
            </a:lvl5pPr>
            <a:lvl6pPr algn="l">
              <a:defRPr sz="1500" b="0">
                <a:solidFill>
                  <a:srgbClr val="F4F7FB"/>
                </a:solidFill>
              </a:defRPr>
            </a:lvl6pPr>
            <a:lvl7pPr algn="l">
              <a:defRPr sz="1500" b="0">
                <a:solidFill>
                  <a:srgbClr val="F4F7FB"/>
                </a:solidFill>
              </a:defRPr>
            </a:lvl7pPr>
            <a:lvl8pPr algn="l">
              <a:defRPr sz="1500" b="0">
                <a:solidFill>
                  <a:srgbClr val="F4F7FB"/>
                </a:solidFill>
              </a:defRPr>
            </a:lvl8pPr>
            <a:lvl9pPr algn="l">
              <a:defRPr sz="150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Vibration pulse має actual success/error result.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F2897-BB5C-4344-9A32-88A52E6C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A7224-BC46-48FF-B589-00753AAF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</a:defRPr>
            </a:defPPr>
            <a:lvl1pPr algn="l">
              <a:defRPr sz="1500" b="0">
                <a:solidFill>
                  <a:srgbClr val="F4F7FB"/>
                </a:solidFill>
              </a:defRPr>
            </a:lvl1pPr>
            <a:lvl2pPr algn="l">
              <a:defRPr sz="1500" b="0">
                <a:solidFill>
                  <a:srgbClr val="F4F7FB"/>
                </a:solidFill>
              </a:defRPr>
            </a:lvl2pPr>
            <a:lvl3pPr algn="l">
              <a:defRPr sz="1500" b="0">
                <a:solidFill>
                  <a:srgbClr val="F4F7FB"/>
                </a:solidFill>
              </a:defRPr>
            </a:lvl3pPr>
            <a:lvl4pPr algn="l">
              <a:defRPr sz="1500" b="0">
                <a:solidFill>
                  <a:srgbClr val="F4F7FB"/>
                </a:solidFill>
              </a:defRPr>
            </a:lvl4pPr>
            <a:lvl5pPr algn="l">
              <a:defRPr sz="1500" b="0">
                <a:solidFill>
                  <a:srgbClr val="F4F7FB"/>
                </a:solidFill>
              </a:defRPr>
            </a:lvl5pPr>
            <a:lvl6pPr algn="l">
              <a:defRPr sz="1500" b="0">
                <a:solidFill>
                  <a:srgbClr val="F4F7FB"/>
                </a:solidFill>
              </a:defRPr>
            </a:lvl6pPr>
            <a:lvl7pPr algn="l">
              <a:defRPr sz="1500" b="0">
                <a:solidFill>
                  <a:srgbClr val="F4F7FB"/>
                </a:solidFill>
              </a:defRPr>
            </a:lvl7pPr>
            <a:lvl8pPr algn="l">
              <a:defRPr sz="1500" b="0">
                <a:solidFill>
                  <a:srgbClr val="F4F7FB"/>
                </a:solidFill>
              </a:defRPr>
            </a:lvl8pPr>
            <a:lvl9pPr algn="l">
              <a:defRPr sz="150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Flashlight залежить від hardware і permission.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7CC99-ACDF-46A0-A98D-3512F644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7777"/>
                </a:solidFill>
              </a:defRPr>
            </a:defPPr>
            <a:lvl1pPr algn="l">
              <a:defRPr sz="1875" b="1">
                <a:solidFill>
                  <a:srgbClr val="FF7777"/>
                </a:solidFill>
              </a:defRPr>
            </a:lvl1pPr>
            <a:lvl2pPr algn="l">
              <a:defRPr sz="1875" b="1">
                <a:solidFill>
                  <a:srgbClr val="FF7777"/>
                </a:solidFill>
              </a:defRPr>
            </a:lvl2pPr>
            <a:lvl3pPr algn="l">
              <a:defRPr sz="1875" b="1">
                <a:solidFill>
                  <a:srgbClr val="FF7777"/>
                </a:solidFill>
              </a:defRPr>
            </a:lvl3pPr>
            <a:lvl4pPr algn="l">
              <a:defRPr sz="1875" b="1">
                <a:solidFill>
                  <a:srgbClr val="FF7777"/>
                </a:solidFill>
              </a:defRPr>
            </a:lvl4pPr>
            <a:lvl5pPr algn="l">
              <a:defRPr sz="1875" b="1">
                <a:solidFill>
                  <a:srgbClr val="FF7777"/>
                </a:solidFill>
              </a:defRPr>
            </a:lvl5pPr>
            <a:lvl6pPr algn="l">
              <a:defRPr sz="1875" b="1">
                <a:solidFill>
                  <a:srgbClr val="FF7777"/>
                </a:solidFill>
              </a:defRPr>
            </a:lvl6pPr>
            <a:lvl7pPr algn="l">
              <a:defRPr sz="1875" b="1">
                <a:solidFill>
                  <a:srgbClr val="FF7777"/>
                </a:solidFill>
              </a:defRPr>
            </a:lvl7pPr>
            <a:lvl8pPr algn="l">
              <a:defRPr sz="1875" b="1">
                <a:solidFill>
                  <a:srgbClr val="FF7777"/>
                </a:solidFill>
              </a:defRPr>
            </a:lvl8pPr>
            <a:lvl9pPr algn="l">
              <a:defRPr sz="1875" b="1">
                <a:solidFill>
                  <a:srgbClr val="FF7777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7777"/>
                </a:solidFill>
              </a:defRPr>
            </a:pPr>
            <a:r>
              <a:rPr sz="1875" b="1">
                <a:solidFill>
                  <a:srgbClr val="FF7777"/>
                </a:solidFill>
              </a:rPr>
              <a:t>Disconnected BLE не видається за доставлений alert.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FE916-DE1D-476A-84B3-77045CBF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AAB8CC"/>
                </a:solidFill>
              </a:defRPr>
            </a:defPPr>
            <a:lvl1pPr algn="l">
              <a:defRPr sz="825" b="0">
                <a:solidFill>
                  <a:srgbClr val="AAB8CC"/>
                </a:solidFill>
              </a:defRPr>
            </a:lvl1pPr>
            <a:lvl2pPr algn="l">
              <a:defRPr sz="825" b="0">
                <a:solidFill>
                  <a:srgbClr val="AAB8CC"/>
                </a:solidFill>
              </a:defRPr>
            </a:lvl2pPr>
            <a:lvl3pPr algn="l">
              <a:defRPr sz="825" b="0">
                <a:solidFill>
                  <a:srgbClr val="AAB8CC"/>
                </a:solidFill>
              </a:defRPr>
            </a:lvl3pPr>
            <a:lvl4pPr algn="l">
              <a:defRPr sz="825" b="0">
                <a:solidFill>
                  <a:srgbClr val="AAB8CC"/>
                </a:solidFill>
              </a:defRPr>
            </a:lvl4pPr>
            <a:lvl5pPr algn="l">
              <a:defRPr sz="825" b="0">
                <a:solidFill>
                  <a:srgbClr val="AAB8CC"/>
                </a:solidFill>
              </a:defRPr>
            </a:lvl5pPr>
            <a:lvl6pPr algn="l">
              <a:defRPr sz="825" b="0">
                <a:solidFill>
                  <a:srgbClr val="AAB8CC"/>
                </a:solidFill>
              </a:defRPr>
            </a:lvl6pPr>
            <a:lvl7pPr algn="l">
              <a:defRPr sz="825" b="0">
                <a:solidFill>
                  <a:srgbClr val="AAB8CC"/>
                </a:solidFill>
              </a:defRPr>
            </a:lvl7pPr>
            <a:lvl8pPr algn="l">
              <a:defRPr sz="825" b="0">
                <a:solidFill>
                  <a:srgbClr val="AAB8CC"/>
                </a:solidFill>
              </a:defRPr>
            </a:lvl8pPr>
            <a:lvl9pPr algn="l">
              <a:defRPr sz="82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AAB8CC"/>
                </a:solidFill>
              </a:defRPr>
            </a:pPr>
            <a:r>
              <a:rPr sz="825" b="0">
                <a:solidFill>
                  <a:srgbClr val="AAB8CC"/>
                </a:solidFill>
              </a:rPr>
              <a:t>SleepTrackerSimulator   Лабораторна робота №7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7A430-E58C-4CB0-8725-DE785699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AAB8CC"/>
                </a:solidFill>
              </a:defRPr>
            </a:defPPr>
            <a:lvl1pPr algn="r">
              <a:defRPr sz="825" b="0">
                <a:solidFill>
                  <a:srgbClr val="AAB8CC"/>
                </a:solidFill>
              </a:defRPr>
            </a:lvl1pPr>
            <a:lvl2pPr algn="r">
              <a:defRPr sz="825" b="0">
                <a:solidFill>
                  <a:srgbClr val="AAB8CC"/>
                </a:solidFill>
              </a:defRPr>
            </a:lvl2pPr>
            <a:lvl3pPr algn="r">
              <a:defRPr sz="825" b="0">
                <a:solidFill>
                  <a:srgbClr val="AAB8CC"/>
                </a:solidFill>
              </a:defRPr>
            </a:lvl3pPr>
            <a:lvl4pPr algn="r">
              <a:defRPr sz="825" b="0">
                <a:solidFill>
                  <a:srgbClr val="AAB8CC"/>
                </a:solidFill>
              </a:defRPr>
            </a:lvl4pPr>
            <a:lvl5pPr algn="r">
              <a:defRPr sz="825" b="0">
                <a:solidFill>
                  <a:srgbClr val="AAB8CC"/>
                </a:solidFill>
              </a:defRPr>
            </a:lvl5pPr>
            <a:lvl6pPr algn="r">
              <a:defRPr sz="825" b="0">
                <a:solidFill>
                  <a:srgbClr val="AAB8CC"/>
                </a:solidFill>
              </a:defRPr>
            </a:lvl6pPr>
            <a:lvl7pPr algn="r">
              <a:defRPr sz="825" b="0">
                <a:solidFill>
                  <a:srgbClr val="AAB8CC"/>
                </a:solidFill>
              </a:defRPr>
            </a:lvl7pPr>
            <a:lvl8pPr algn="r">
              <a:defRPr sz="825" b="0">
                <a:solidFill>
                  <a:srgbClr val="AAB8CC"/>
                </a:solidFill>
              </a:defRPr>
            </a:lvl8pPr>
            <a:lvl9pPr algn="r">
              <a:defRPr sz="82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AAB8CC"/>
                </a:solidFill>
              </a:defRPr>
            </a:pPr>
            <a:r>
              <a:rPr sz="825" b="0">
                <a:solidFill>
                  <a:srgbClr val="AAB8CC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289668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6E8103-E650-4626-BD3B-4982242D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39D4C7"/>
                </a:solidFill>
              </a:defRPr>
            </a:defPPr>
            <a:lvl1pPr algn="l">
              <a:defRPr sz="1050" b="1">
                <a:solidFill>
                  <a:srgbClr val="39D4C7"/>
                </a:solidFill>
              </a:defRPr>
            </a:lvl1pPr>
            <a:lvl2pPr algn="l">
              <a:defRPr sz="1050" b="1">
                <a:solidFill>
                  <a:srgbClr val="39D4C7"/>
                </a:solidFill>
              </a:defRPr>
            </a:lvl2pPr>
            <a:lvl3pPr algn="l">
              <a:defRPr sz="1050" b="1">
                <a:solidFill>
                  <a:srgbClr val="39D4C7"/>
                </a:solidFill>
              </a:defRPr>
            </a:lvl3pPr>
            <a:lvl4pPr algn="l">
              <a:defRPr sz="1050" b="1">
                <a:solidFill>
                  <a:srgbClr val="39D4C7"/>
                </a:solidFill>
              </a:defRPr>
            </a:lvl4pPr>
            <a:lvl5pPr algn="l">
              <a:defRPr sz="1050" b="1">
                <a:solidFill>
                  <a:srgbClr val="39D4C7"/>
                </a:solidFill>
              </a:defRPr>
            </a:lvl5pPr>
            <a:lvl6pPr algn="l">
              <a:defRPr sz="1050" b="1">
                <a:solidFill>
                  <a:srgbClr val="39D4C7"/>
                </a:solidFill>
              </a:defRPr>
            </a:lvl6pPr>
            <a:lvl7pPr algn="l">
              <a:defRPr sz="1050" b="1">
                <a:solidFill>
                  <a:srgbClr val="39D4C7"/>
                </a:solidFill>
              </a:defRPr>
            </a:lvl7pPr>
            <a:lvl8pPr algn="l">
              <a:defRPr sz="1050" b="1">
                <a:solidFill>
                  <a:srgbClr val="39D4C7"/>
                </a:solidFill>
              </a:defRPr>
            </a:lvl8pPr>
            <a:lvl9pPr algn="l">
              <a:defRPr sz="10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9D4C7"/>
                </a:solidFill>
              </a:defRPr>
            </a:pPr>
            <a:r>
              <a:rPr sz="1050" b="1">
                <a:solidFill>
                  <a:srgbClr val="39D4C7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61DF1-6551-494C-8408-9610FF8F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F4F7FB"/>
                </a:solidFill>
              </a:defRPr>
            </a:defPPr>
            <a:lvl1pPr algn="l">
              <a:defRPr sz="2400" b="1">
                <a:solidFill>
                  <a:srgbClr val="F4F7FB"/>
                </a:solidFill>
              </a:defRPr>
            </a:lvl1pPr>
            <a:lvl2pPr algn="l">
              <a:defRPr sz="2400" b="1">
                <a:solidFill>
                  <a:srgbClr val="F4F7FB"/>
                </a:solidFill>
              </a:defRPr>
            </a:lvl2pPr>
            <a:lvl3pPr algn="l">
              <a:defRPr sz="2400" b="1">
                <a:solidFill>
                  <a:srgbClr val="F4F7FB"/>
                </a:solidFill>
              </a:defRPr>
            </a:lvl3pPr>
            <a:lvl4pPr algn="l">
              <a:defRPr sz="2400" b="1">
                <a:solidFill>
                  <a:srgbClr val="F4F7FB"/>
                </a:solidFill>
              </a:defRPr>
            </a:lvl4pPr>
            <a:lvl5pPr algn="l">
              <a:defRPr sz="2400" b="1">
                <a:solidFill>
                  <a:srgbClr val="F4F7FB"/>
                </a:solidFill>
              </a:defRPr>
            </a:lvl5pPr>
            <a:lvl6pPr algn="l">
              <a:defRPr sz="2400" b="1">
                <a:solidFill>
                  <a:srgbClr val="F4F7FB"/>
                </a:solidFill>
              </a:defRPr>
            </a:lvl6pPr>
            <a:lvl7pPr algn="l">
              <a:defRPr sz="2400" b="1">
                <a:solidFill>
                  <a:srgbClr val="F4F7FB"/>
                </a:solidFill>
              </a:defRPr>
            </a:lvl7pPr>
            <a:lvl8pPr algn="l">
              <a:defRPr sz="2400" b="1">
                <a:solidFill>
                  <a:srgbClr val="F4F7FB"/>
                </a:solidFill>
              </a:defRPr>
            </a:lvl8pPr>
            <a:lvl9pPr algn="l">
              <a:defRPr sz="2400" b="1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4F7FB"/>
                </a:solidFill>
              </a:defRPr>
            </a:pPr>
            <a:r>
              <a:rPr sz="2400" b="1">
                <a:solidFill>
                  <a:srgbClr val="F4F7FB"/>
                </a:solidFill>
              </a:rPr>
              <a:t>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C336A-CD15-45ED-BC2F-F2006C5B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AAB8CC"/>
                </a:solidFill>
              </a:defRPr>
            </a:defPPr>
            <a:lvl1pPr algn="l">
              <a:defRPr sz="1200" b="0">
                <a:solidFill>
                  <a:srgbClr val="AAB8CC"/>
                </a:solidFill>
              </a:defRPr>
            </a:lvl1pPr>
            <a:lvl2pPr algn="l">
              <a:defRPr sz="1200" b="0">
                <a:solidFill>
                  <a:srgbClr val="AAB8CC"/>
                </a:solidFill>
              </a:defRPr>
            </a:lvl2pPr>
            <a:lvl3pPr algn="l">
              <a:defRPr sz="1200" b="0">
                <a:solidFill>
                  <a:srgbClr val="AAB8CC"/>
                </a:solidFill>
              </a:defRPr>
            </a:lvl3pPr>
            <a:lvl4pPr algn="l">
              <a:defRPr sz="1200" b="0">
                <a:solidFill>
                  <a:srgbClr val="AAB8CC"/>
                </a:solidFill>
              </a:defRPr>
            </a:lvl4pPr>
            <a:lvl5pPr algn="l">
              <a:defRPr sz="1200" b="0">
                <a:solidFill>
                  <a:srgbClr val="AAB8CC"/>
                </a:solidFill>
              </a:defRPr>
            </a:lvl5pPr>
            <a:lvl6pPr algn="l">
              <a:defRPr sz="1200" b="0">
                <a:solidFill>
                  <a:srgbClr val="AAB8CC"/>
                </a:solidFill>
              </a:defRPr>
            </a:lvl6pPr>
            <a:lvl7pPr algn="l">
              <a:defRPr sz="1200" b="0">
                <a:solidFill>
                  <a:srgbClr val="AAB8CC"/>
                </a:solidFill>
              </a:defRPr>
            </a:lvl7pPr>
            <a:lvl8pPr algn="l">
              <a:defRPr sz="1200" b="0">
                <a:solidFill>
                  <a:srgbClr val="AAB8CC"/>
                </a:solidFill>
              </a:defRPr>
            </a:lvl8pPr>
            <a:lvl9pPr algn="l">
              <a:defRPr sz="1200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AB8CC"/>
                </a:solidFill>
              </a:defRPr>
            </a:pPr>
            <a:r>
              <a:rPr sz="1200" b="0">
                <a:solidFill>
                  <a:srgbClr val="AAB8CC"/>
                </a:solidFill>
              </a:rPr>
              <a:t>Фактичний Android Emulator screenshot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FCA35-178A-402B-A960-DDAF76A659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3f30f5eff409a"/>
          <a:stretch xmlns:a="http://schemas.openxmlformats.org/drawingml/2006/main"/>
        </p:blipFill>
        <p:spPr>
          <a:xfrm xmlns:a="http://schemas.openxmlformats.org/drawingml/2006/main">
            <a:off x="2346965" y="1762125"/>
            <a:ext cx="1878319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9110E-A12B-4F28-9ABC-BBFCC8A8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39D4C7"/>
                </a:solidFill>
              </a:defRPr>
            </a:defPPr>
            <a:lvl1pPr algn="l">
              <a:defRPr sz="2100" b="1">
                <a:solidFill>
                  <a:srgbClr val="39D4C7"/>
                </a:solidFill>
              </a:defRPr>
            </a:lvl1pPr>
            <a:lvl2pPr algn="l">
              <a:defRPr sz="2100" b="1">
                <a:solidFill>
                  <a:srgbClr val="39D4C7"/>
                </a:solidFill>
              </a:defRPr>
            </a:lvl2pPr>
            <a:lvl3pPr algn="l">
              <a:defRPr sz="2100" b="1">
                <a:solidFill>
                  <a:srgbClr val="39D4C7"/>
                </a:solidFill>
              </a:defRPr>
            </a:lvl3pPr>
            <a:lvl4pPr algn="l">
              <a:defRPr sz="2100" b="1">
                <a:solidFill>
                  <a:srgbClr val="39D4C7"/>
                </a:solidFill>
              </a:defRPr>
            </a:lvl4pPr>
            <a:lvl5pPr algn="l">
              <a:defRPr sz="2100" b="1">
                <a:solidFill>
                  <a:srgbClr val="39D4C7"/>
                </a:solidFill>
              </a:defRPr>
            </a:lvl5pPr>
            <a:lvl6pPr algn="l">
              <a:defRPr sz="2100" b="1">
                <a:solidFill>
                  <a:srgbClr val="39D4C7"/>
                </a:solidFill>
              </a:defRPr>
            </a:lvl6pPr>
            <a:lvl7pPr algn="l">
              <a:defRPr sz="2100" b="1">
                <a:solidFill>
                  <a:srgbClr val="39D4C7"/>
                </a:solidFill>
              </a:defRPr>
            </a:lvl7pPr>
            <a:lvl8pPr algn="l">
              <a:defRPr sz="2100" b="1">
                <a:solidFill>
                  <a:srgbClr val="39D4C7"/>
                </a:solidFill>
              </a:defRPr>
            </a:lvl8pPr>
            <a:lvl9pPr algn="l">
              <a:defRPr sz="210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39D4C7"/>
                </a:solidFill>
              </a:defRPr>
            </a:pPr>
            <a:r>
              <a:rPr sz="2100" b="1">
                <a:solidFill>
                  <a:srgbClr val="39D4C7"/>
                </a:solidFill>
              </a:rPr>
              <a:t>Реальні джерела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AEE9D-101F-498F-91DF-AA7B4A0F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548A2-0BDA-456D-9AF6-0C9EDE60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62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</a:defRPr>
            </a:defPPr>
            <a:lvl1pPr algn="l">
              <a:defRPr sz="1500" b="0">
                <a:solidFill>
                  <a:srgbClr val="F4F7FB"/>
                </a:solidFill>
              </a:defRPr>
            </a:lvl1pPr>
            <a:lvl2pPr algn="l">
              <a:defRPr sz="1500" b="0">
                <a:solidFill>
                  <a:srgbClr val="F4F7FB"/>
                </a:solidFill>
              </a:defRPr>
            </a:lvl2pPr>
            <a:lvl3pPr algn="l">
              <a:defRPr sz="1500" b="0">
                <a:solidFill>
                  <a:srgbClr val="F4F7FB"/>
                </a:solidFill>
              </a:defRPr>
            </a:lvl3pPr>
            <a:lvl4pPr algn="l">
              <a:defRPr sz="1500" b="0">
                <a:solidFill>
                  <a:srgbClr val="F4F7FB"/>
                </a:solidFill>
              </a:defRPr>
            </a:lvl4pPr>
            <a:lvl5pPr algn="l">
              <a:defRPr sz="1500" b="0">
                <a:solidFill>
                  <a:srgbClr val="F4F7FB"/>
                </a:solidFill>
              </a:defRPr>
            </a:lvl5pPr>
            <a:lvl6pPr algn="l">
              <a:defRPr sz="1500" b="0">
                <a:solidFill>
                  <a:srgbClr val="F4F7FB"/>
                </a:solidFill>
              </a:defRPr>
            </a:lvl6pPr>
            <a:lvl7pPr algn="l">
              <a:defRPr sz="1500" b="0">
                <a:solidFill>
                  <a:srgbClr val="F4F7FB"/>
                </a:solidFill>
              </a:defRPr>
            </a:lvl7pPr>
            <a:lvl8pPr algn="l">
              <a:defRPr sz="1500" b="0">
                <a:solidFill>
                  <a:srgbClr val="F4F7FB"/>
                </a:solidFill>
              </a:defRPr>
            </a:lvl8pPr>
            <a:lvl9pPr algn="l">
              <a:defRPr sz="150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XYZ та movement intensity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4F02C-7A24-41F8-B7A8-60C1FBC5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6B526-3482-4A3B-892B-09FED388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528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</a:defRPr>
            </a:defPPr>
            <a:lvl1pPr algn="l">
              <a:defRPr sz="1500" b="0">
                <a:solidFill>
                  <a:srgbClr val="F4F7FB"/>
                </a:solidFill>
              </a:defRPr>
            </a:lvl1pPr>
            <a:lvl2pPr algn="l">
              <a:defRPr sz="1500" b="0">
                <a:solidFill>
                  <a:srgbClr val="F4F7FB"/>
                </a:solidFill>
              </a:defRPr>
            </a:lvl2pPr>
            <a:lvl3pPr algn="l">
              <a:defRPr sz="1500" b="0">
                <a:solidFill>
                  <a:srgbClr val="F4F7FB"/>
                </a:solidFill>
              </a:defRPr>
            </a:lvl3pPr>
            <a:lvl4pPr algn="l">
              <a:defRPr sz="1500" b="0">
                <a:solidFill>
                  <a:srgbClr val="F4F7FB"/>
                </a:solidFill>
              </a:defRPr>
            </a:lvl4pPr>
            <a:lvl5pPr algn="l">
              <a:defRPr sz="1500" b="0">
                <a:solidFill>
                  <a:srgbClr val="F4F7FB"/>
                </a:solidFill>
              </a:defRPr>
            </a:lvl5pPr>
            <a:lvl6pPr algn="l">
              <a:defRPr sz="1500" b="0">
                <a:solidFill>
                  <a:srgbClr val="F4F7FB"/>
                </a:solidFill>
              </a:defRPr>
            </a:lvl6pPr>
            <a:lvl7pPr algn="l">
              <a:defRPr sz="1500" b="0">
                <a:solidFill>
                  <a:srgbClr val="F4F7FB"/>
                </a:solidFill>
              </a:defRPr>
            </a:lvl7pPr>
            <a:lvl8pPr algn="l">
              <a:defRPr sz="1500" b="0">
                <a:solidFill>
                  <a:srgbClr val="F4F7FB"/>
                </a:solidFill>
              </a:defRPr>
            </a:lvl8pPr>
            <a:lvl9pPr algn="l">
              <a:defRPr sz="150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ML class та confidence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76172-E517-4FA2-8F40-E1AD9926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63E4D-ABE0-4004-A44D-AA977B28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433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</a:defRPr>
            </a:defPPr>
            <a:lvl1pPr algn="l">
              <a:defRPr sz="1500" b="0">
                <a:solidFill>
                  <a:srgbClr val="F4F7FB"/>
                </a:solidFill>
              </a:defRPr>
            </a:lvl1pPr>
            <a:lvl2pPr algn="l">
              <a:defRPr sz="1500" b="0">
                <a:solidFill>
                  <a:srgbClr val="F4F7FB"/>
                </a:solidFill>
              </a:defRPr>
            </a:lvl2pPr>
            <a:lvl3pPr algn="l">
              <a:defRPr sz="1500" b="0">
                <a:solidFill>
                  <a:srgbClr val="F4F7FB"/>
                </a:solidFill>
              </a:defRPr>
            </a:lvl3pPr>
            <a:lvl4pPr algn="l">
              <a:defRPr sz="1500" b="0">
                <a:solidFill>
                  <a:srgbClr val="F4F7FB"/>
                </a:solidFill>
              </a:defRPr>
            </a:lvl4pPr>
            <a:lvl5pPr algn="l">
              <a:defRPr sz="1500" b="0">
                <a:solidFill>
                  <a:srgbClr val="F4F7FB"/>
                </a:solidFill>
              </a:defRPr>
            </a:lvl5pPr>
            <a:lvl6pPr algn="l">
              <a:defRPr sz="1500" b="0">
                <a:solidFill>
                  <a:srgbClr val="F4F7FB"/>
                </a:solidFill>
              </a:defRPr>
            </a:lvl6pPr>
            <a:lvl7pPr algn="l">
              <a:defRPr sz="1500" b="0">
                <a:solidFill>
                  <a:srgbClr val="F4F7FB"/>
                </a:solidFill>
              </a:defRPr>
            </a:lvl7pPr>
            <a:lvl8pPr algn="l">
              <a:defRPr sz="1500" b="0">
                <a:solidFill>
                  <a:srgbClr val="F4F7FB"/>
                </a:solidFill>
              </a:defRPr>
            </a:lvl8pPr>
            <a:lvl9pPr algn="l">
              <a:defRPr sz="150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BLE, HR та Firebase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66E35-7F6F-41E4-95DA-C896D896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607DA-BA63-4081-8A47-C5680AF0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339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</a:defRPr>
            </a:defPPr>
            <a:lvl1pPr algn="l">
              <a:defRPr sz="1500" b="0">
                <a:solidFill>
                  <a:srgbClr val="F4F7FB"/>
                </a:solidFill>
              </a:defRPr>
            </a:lvl1pPr>
            <a:lvl2pPr algn="l">
              <a:defRPr sz="1500" b="0">
                <a:solidFill>
                  <a:srgbClr val="F4F7FB"/>
                </a:solidFill>
              </a:defRPr>
            </a:lvl2pPr>
            <a:lvl3pPr algn="l">
              <a:defRPr sz="1500" b="0">
                <a:solidFill>
                  <a:srgbClr val="F4F7FB"/>
                </a:solidFill>
              </a:defRPr>
            </a:lvl3pPr>
            <a:lvl4pPr algn="l">
              <a:defRPr sz="1500" b="0">
                <a:solidFill>
                  <a:srgbClr val="F4F7FB"/>
                </a:solidFill>
              </a:defRPr>
            </a:lvl4pPr>
            <a:lvl5pPr algn="l">
              <a:defRPr sz="1500" b="0">
                <a:solidFill>
                  <a:srgbClr val="F4F7FB"/>
                </a:solidFill>
              </a:defRPr>
            </a:lvl5pPr>
            <a:lvl6pPr algn="l">
              <a:defRPr sz="1500" b="0">
                <a:solidFill>
                  <a:srgbClr val="F4F7FB"/>
                </a:solidFill>
              </a:defRPr>
            </a:lvl6pPr>
            <a:lvl7pPr algn="l">
              <a:defRPr sz="1500" b="0">
                <a:solidFill>
                  <a:srgbClr val="F4F7FB"/>
                </a:solidFill>
              </a:defRPr>
            </a:lvl7pPr>
            <a:lvl8pPr algn="l">
              <a:defRPr sz="1500" b="0">
                <a:solidFill>
                  <a:srgbClr val="F4F7FB"/>
                </a:solidFill>
              </a:defRPr>
            </a:lvl8pPr>
            <a:lvl9pPr algn="l">
              <a:defRPr sz="150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Останні 5 Room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FDE14-4B13-4B3F-B3DA-AD7A1D20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AAB8CC"/>
                </a:solidFill>
              </a:defRPr>
            </a:defPPr>
            <a:lvl1pPr algn="l">
              <a:defRPr sz="825" b="0">
                <a:solidFill>
                  <a:srgbClr val="AAB8CC"/>
                </a:solidFill>
              </a:defRPr>
            </a:lvl1pPr>
            <a:lvl2pPr algn="l">
              <a:defRPr sz="825" b="0">
                <a:solidFill>
                  <a:srgbClr val="AAB8CC"/>
                </a:solidFill>
              </a:defRPr>
            </a:lvl2pPr>
            <a:lvl3pPr algn="l">
              <a:defRPr sz="825" b="0">
                <a:solidFill>
                  <a:srgbClr val="AAB8CC"/>
                </a:solidFill>
              </a:defRPr>
            </a:lvl3pPr>
            <a:lvl4pPr algn="l">
              <a:defRPr sz="825" b="0">
                <a:solidFill>
                  <a:srgbClr val="AAB8CC"/>
                </a:solidFill>
              </a:defRPr>
            </a:lvl4pPr>
            <a:lvl5pPr algn="l">
              <a:defRPr sz="825" b="0">
                <a:solidFill>
                  <a:srgbClr val="AAB8CC"/>
                </a:solidFill>
              </a:defRPr>
            </a:lvl5pPr>
            <a:lvl6pPr algn="l">
              <a:defRPr sz="825" b="0">
                <a:solidFill>
                  <a:srgbClr val="AAB8CC"/>
                </a:solidFill>
              </a:defRPr>
            </a:lvl6pPr>
            <a:lvl7pPr algn="l">
              <a:defRPr sz="825" b="0">
                <a:solidFill>
                  <a:srgbClr val="AAB8CC"/>
                </a:solidFill>
              </a:defRPr>
            </a:lvl7pPr>
            <a:lvl8pPr algn="l">
              <a:defRPr sz="825" b="0">
                <a:solidFill>
                  <a:srgbClr val="AAB8CC"/>
                </a:solidFill>
              </a:defRPr>
            </a:lvl8pPr>
            <a:lvl9pPr algn="l">
              <a:defRPr sz="82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AAB8CC"/>
                </a:solidFill>
              </a:defRPr>
            </a:pPr>
            <a:r>
              <a:rPr sz="825" b="0">
                <a:solidFill>
                  <a:srgbClr val="AAB8CC"/>
                </a:solidFill>
              </a:rPr>
              <a:t>SleepTrackerSimulator   Лабораторна робота №7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2BA03-799F-406F-B0A1-F629041C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AAB8CC"/>
                </a:solidFill>
              </a:defRPr>
            </a:defPPr>
            <a:lvl1pPr algn="r">
              <a:defRPr sz="825" b="0">
                <a:solidFill>
                  <a:srgbClr val="AAB8CC"/>
                </a:solidFill>
              </a:defRPr>
            </a:lvl1pPr>
            <a:lvl2pPr algn="r">
              <a:defRPr sz="825" b="0">
                <a:solidFill>
                  <a:srgbClr val="AAB8CC"/>
                </a:solidFill>
              </a:defRPr>
            </a:lvl2pPr>
            <a:lvl3pPr algn="r">
              <a:defRPr sz="825" b="0">
                <a:solidFill>
                  <a:srgbClr val="AAB8CC"/>
                </a:solidFill>
              </a:defRPr>
            </a:lvl3pPr>
            <a:lvl4pPr algn="r">
              <a:defRPr sz="825" b="0">
                <a:solidFill>
                  <a:srgbClr val="AAB8CC"/>
                </a:solidFill>
              </a:defRPr>
            </a:lvl4pPr>
            <a:lvl5pPr algn="r">
              <a:defRPr sz="825" b="0">
                <a:solidFill>
                  <a:srgbClr val="AAB8CC"/>
                </a:solidFill>
              </a:defRPr>
            </a:lvl5pPr>
            <a:lvl6pPr algn="r">
              <a:defRPr sz="825" b="0">
                <a:solidFill>
                  <a:srgbClr val="AAB8CC"/>
                </a:solidFill>
              </a:defRPr>
            </a:lvl6pPr>
            <a:lvl7pPr algn="r">
              <a:defRPr sz="825" b="0">
                <a:solidFill>
                  <a:srgbClr val="AAB8CC"/>
                </a:solidFill>
              </a:defRPr>
            </a:lvl7pPr>
            <a:lvl8pPr algn="r">
              <a:defRPr sz="825" b="0">
                <a:solidFill>
                  <a:srgbClr val="AAB8CC"/>
                </a:solidFill>
              </a:defRPr>
            </a:lvl8pPr>
            <a:lvl9pPr algn="r">
              <a:defRPr sz="82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AAB8CC"/>
                </a:solidFill>
              </a:defRPr>
            </a:pPr>
            <a:r>
              <a:rPr sz="825" b="0">
                <a:solidFill>
                  <a:srgbClr val="AAB8CC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73925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82C117-C7A8-46E6-B34B-4EFAD2A1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39D4C7"/>
                </a:solidFill>
              </a:defRPr>
            </a:defPPr>
            <a:lvl1pPr algn="l">
              <a:defRPr sz="1050" b="1">
                <a:solidFill>
                  <a:srgbClr val="39D4C7"/>
                </a:solidFill>
              </a:defRPr>
            </a:lvl1pPr>
            <a:lvl2pPr algn="l">
              <a:defRPr sz="1050" b="1">
                <a:solidFill>
                  <a:srgbClr val="39D4C7"/>
                </a:solidFill>
              </a:defRPr>
            </a:lvl2pPr>
            <a:lvl3pPr algn="l">
              <a:defRPr sz="1050" b="1">
                <a:solidFill>
                  <a:srgbClr val="39D4C7"/>
                </a:solidFill>
              </a:defRPr>
            </a:lvl3pPr>
            <a:lvl4pPr algn="l">
              <a:defRPr sz="1050" b="1">
                <a:solidFill>
                  <a:srgbClr val="39D4C7"/>
                </a:solidFill>
              </a:defRPr>
            </a:lvl4pPr>
            <a:lvl5pPr algn="l">
              <a:defRPr sz="1050" b="1">
                <a:solidFill>
                  <a:srgbClr val="39D4C7"/>
                </a:solidFill>
              </a:defRPr>
            </a:lvl5pPr>
            <a:lvl6pPr algn="l">
              <a:defRPr sz="1050" b="1">
                <a:solidFill>
                  <a:srgbClr val="39D4C7"/>
                </a:solidFill>
              </a:defRPr>
            </a:lvl6pPr>
            <a:lvl7pPr algn="l">
              <a:defRPr sz="1050" b="1">
                <a:solidFill>
                  <a:srgbClr val="39D4C7"/>
                </a:solidFill>
              </a:defRPr>
            </a:lvl7pPr>
            <a:lvl8pPr algn="l">
              <a:defRPr sz="1050" b="1">
                <a:solidFill>
                  <a:srgbClr val="39D4C7"/>
                </a:solidFill>
              </a:defRPr>
            </a:lvl8pPr>
            <a:lvl9pPr algn="l">
              <a:defRPr sz="10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9D4C7"/>
                </a:solidFill>
              </a:defRPr>
            </a:pPr>
            <a:r>
              <a:rPr sz="1050" b="1">
                <a:solidFill>
                  <a:srgbClr val="39D4C7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086C4-8945-4406-BC4C-59E79F09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F4F7FB"/>
                </a:solidFill>
              </a:defRPr>
            </a:defPPr>
            <a:lvl1pPr algn="l">
              <a:defRPr sz="2400" b="1">
                <a:solidFill>
                  <a:srgbClr val="F4F7FB"/>
                </a:solidFill>
              </a:defRPr>
            </a:lvl1pPr>
            <a:lvl2pPr algn="l">
              <a:defRPr sz="2400" b="1">
                <a:solidFill>
                  <a:srgbClr val="F4F7FB"/>
                </a:solidFill>
              </a:defRPr>
            </a:lvl2pPr>
            <a:lvl3pPr algn="l">
              <a:defRPr sz="2400" b="1">
                <a:solidFill>
                  <a:srgbClr val="F4F7FB"/>
                </a:solidFill>
              </a:defRPr>
            </a:lvl3pPr>
            <a:lvl4pPr algn="l">
              <a:defRPr sz="2400" b="1">
                <a:solidFill>
                  <a:srgbClr val="F4F7FB"/>
                </a:solidFill>
              </a:defRPr>
            </a:lvl4pPr>
            <a:lvl5pPr algn="l">
              <a:defRPr sz="2400" b="1">
                <a:solidFill>
                  <a:srgbClr val="F4F7FB"/>
                </a:solidFill>
              </a:defRPr>
            </a:lvl5pPr>
            <a:lvl6pPr algn="l">
              <a:defRPr sz="2400" b="1">
                <a:solidFill>
                  <a:srgbClr val="F4F7FB"/>
                </a:solidFill>
              </a:defRPr>
            </a:lvl6pPr>
            <a:lvl7pPr algn="l">
              <a:defRPr sz="2400" b="1">
                <a:solidFill>
                  <a:srgbClr val="F4F7FB"/>
                </a:solidFill>
              </a:defRPr>
            </a:lvl7pPr>
            <a:lvl8pPr algn="l">
              <a:defRPr sz="2400" b="1">
                <a:solidFill>
                  <a:srgbClr val="F4F7FB"/>
                </a:solidFill>
              </a:defRPr>
            </a:lvl8pPr>
            <a:lvl9pPr algn="l">
              <a:defRPr sz="2400" b="1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4F7FB"/>
                </a:solidFill>
              </a:defRPr>
            </a:pPr>
            <a:r>
              <a:rPr sz="2400" b="1">
                <a:solidFill>
                  <a:srgbClr val="F4F7FB"/>
                </a:solidFill>
              </a:rPr>
              <a:t>Результати тестування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A1715-DAA5-4287-AA1C-6D4B6A40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4F7FB"/>
                </a:solidFill>
              </a:defRPr>
            </a:defPPr>
            <a:lvl1pPr algn="l">
              <a:defRPr sz="1650" b="0">
                <a:solidFill>
                  <a:srgbClr val="F4F7FB"/>
                </a:solidFill>
              </a:defRPr>
            </a:lvl1pPr>
            <a:lvl2pPr algn="l">
              <a:defRPr sz="1650" b="0">
                <a:solidFill>
                  <a:srgbClr val="F4F7FB"/>
                </a:solidFill>
              </a:defRPr>
            </a:lvl2pPr>
            <a:lvl3pPr algn="l">
              <a:defRPr sz="1650" b="0">
                <a:solidFill>
                  <a:srgbClr val="F4F7FB"/>
                </a:solidFill>
              </a:defRPr>
            </a:lvl3pPr>
            <a:lvl4pPr algn="l">
              <a:defRPr sz="1650" b="0">
                <a:solidFill>
                  <a:srgbClr val="F4F7FB"/>
                </a:solidFill>
              </a:defRPr>
            </a:lvl4pPr>
            <a:lvl5pPr algn="l">
              <a:defRPr sz="1650" b="0">
                <a:solidFill>
                  <a:srgbClr val="F4F7FB"/>
                </a:solidFill>
              </a:defRPr>
            </a:lvl5pPr>
            <a:lvl6pPr algn="l">
              <a:defRPr sz="1650" b="0">
                <a:solidFill>
                  <a:srgbClr val="F4F7FB"/>
                </a:solidFill>
              </a:defRPr>
            </a:lvl6pPr>
            <a:lvl7pPr algn="l">
              <a:defRPr sz="1650" b="0">
                <a:solidFill>
                  <a:srgbClr val="F4F7FB"/>
                </a:solidFill>
              </a:defRPr>
            </a:lvl7pPr>
            <a:lvl8pPr algn="l">
              <a:defRPr sz="1650" b="0">
                <a:solidFill>
                  <a:srgbClr val="F4F7FB"/>
                </a:solidFill>
              </a:defRPr>
            </a:lvl8pPr>
            <a:lvl9pPr algn="l">
              <a:defRPr sz="165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JVM rule + 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C405E-0F04-46A6-A968-F09851DD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39D4C7"/>
                </a:solidFill>
              </a:defRPr>
            </a:defPPr>
            <a:lvl1pPr algn="ctr">
              <a:defRPr sz="1650" b="1">
                <a:solidFill>
                  <a:srgbClr val="39D4C7"/>
                </a:solidFill>
              </a:defRPr>
            </a:lvl1pPr>
            <a:lvl2pPr algn="ctr">
              <a:defRPr sz="1650" b="1">
                <a:solidFill>
                  <a:srgbClr val="39D4C7"/>
                </a:solidFill>
              </a:defRPr>
            </a:lvl2pPr>
            <a:lvl3pPr algn="ctr">
              <a:defRPr sz="1650" b="1">
                <a:solidFill>
                  <a:srgbClr val="39D4C7"/>
                </a:solidFill>
              </a:defRPr>
            </a:lvl3pPr>
            <a:lvl4pPr algn="ctr">
              <a:defRPr sz="1650" b="1">
                <a:solidFill>
                  <a:srgbClr val="39D4C7"/>
                </a:solidFill>
              </a:defRPr>
            </a:lvl4pPr>
            <a:lvl5pPr algn="ctr">
              <a:defRPr sz="1650" b="1">
                <a:solidFill>
                  <a:srgbClr val="39D4C7"/>
                </a:solidFill>
              </a:defRPr>
            </a:lvl5pPr>
            <a:lvl6pPr algn="ctr">
              <a:defRPr sz="1650" b="1">
                <a:solidFill>
                  <a:srgbClr val="39D4C7"/>
                </a:solidFill>
              </a:defRPr>
            </a:lvl6pPr>
            <a:lvl7pPr algn="ctr">
              <a:defRPr sz="1650" b="1">
                <a:solidFill>
                  <a:srgbClr val="39D4C7"/>
                </a:solidFill>
              </a:defRPr>
            </a:lvl7pPr>
            <a:lvl8pPr algn="ctr">
              <a:defRPr sz="1650" b="1">
                <a:solidFill>
                  <a:srgbClr val="39D4C7"/>
                </a:solidFill>
              </a:defRPr>
            </a:lvl8pPr>
            <a:lvl9pPr algn="ctr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PASS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3AB29-CE37-445B-A19B-81C292F2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95575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4F7FB"/>
                </a:solidFill>
              </a:defRPr>
            </a:defPPr>
            <a:lvl1pPr algn="l">
              <a:defRPr sz="1650" b="0">
                <a:solidFill>
                  <a:srgbClr val="F4F7FB"/>
                </a:solidFill>
              </a:defRPr>
            </a:lvl1pPr>
            <a:lvl2pPr algn="l">
              <a:defRPr sz="1650" b="0">
                <a:solidFill>
                  <a:srgbClr val="F4F7FB"/>
                </a:solidFill>
              </a:defRPr>
            </a:lvl2pPr>
            <a:lvl3pPr algn="l">
              <a:defRPr sz="1650" b="0">
                <a:solidFill>
                  <a:srgbClr val="F4F7FB"/>
                </a:solidFill>
              </a:defRPr>
            </a:lvl3pPr>
            <a:lvl4pPr algn="l">
              <a:defRPr sz="1650" b="0">
                <a:solidFill>
                  <a:srgbClr val="F4F7FB"/>
                </a:solidFill>
              </a:defRPr>
            </a:lvl4pPr>
            <a:lvl5pPr algn="l">
              <a:defRPr sz="1650" b="0">
                <a:solidFill>
                  <a:srgbClr val="F4F7FB"/>
                </a:solidFill>
              </a:defRPr>
            </a:lvl5pPr>
            <a:lvl6pPr algn="l">
              <a:defRPr sz="1650" b="0">
                <a:solidFill>
                  <a:srgbClr val="F4F7FB"/>
                </a:solidFill>
              </a:defRPr>
            </a:lvl6pPr>
            <a:lvl7pPr algn="l">
              <a:defRPr sz="1650" b="0">
                <a:solidFill>
                  <a:srgbClr val="F4F7FB"/>
                </a:solidFill>
              </a:defRPr>
            </a:lvl7pPr>
            <a:lvl8pPr algn="l">
              <a:defRPr sz="1650" b="0">
                <a:solidFill>
                  <a:srgbClr val="F4F7FB"/>
                </a:solidFill>
              </a:defRPr>
            </a:lvl8pPr>
            <a:lvl9pPr algn="l">
              <a:defRPr sz="165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Room CRUD + migrations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4FCF6-3C05-41C5-933A-5D013282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955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39D4C7"/>
                </a:solidFill>
              </a:defRPr>
            </a:defPPr>
            <a:lvl1pPr algn="ctr">
              <a:defRPr sz="1650" b="1">
                <a:solidFill>
                  <a:srgbClr val="39D4C7"/>
                </a:solidFill>
              </a:defRPr>
            </a:lvl1pPr>
            <a:lvl2pPr algn="ctr">
              <a:defRPr sz="1650" b="1">
                <a:solidFill>
                  <a:srgbClr val="39D4C7"/>
                </a:solidFill>
              </a:defRPr>
            </a:lvl2pPr>
            <a:lvl3pPr algn="ctr">
              <a:defRPr sz="1650" b="1">
                <a:solidFill>
                  <a:srgbClr val="39D4C7"/>
                </a:solidFill>
              </a:defRPr>
            </a:lvl3pPr>
            <a:lvl4pPr algn="ctr">
              <a:defRPr sz="1650" b="1">
                <a:solidFill>
                  <a:srgbClr val="39D4C7"/>
                </a:solidFill>
              </a:defRPr>
            </a:lvl4pPr>
            <a:lvl5pPr algn="ctr">
              <a:defRPr sz="1650" b="1">
                <a:solidFill>
                  <a:srgbClr val="39D4C7"/>
                </a:solidFill>
              </a:defRPr>
            </a:lvl5pPr>
            <a:lvl6pPr algn="ctr">
              <a:defRPr sz="1650" b="1">
                <a:solidFill>
                  <a:srgbClr val="39D4C7"/>
                </a:solidFill>
              </a:defRPr>
            </a:lvl6pPr>
            <a:lvl7pPr algn="ctr">
              <a:defRPr sz="1650" b="1">
                <a:solidFill>
                  <a:srgbClr val="39D4C7"/>
                </a:solidFill>
              </a:defRPr>
            </a:lvl7pPr>
            <a:lvl8pPr algn="ctr">
              <a:defRPr sz="1650" b="1">
                <a:solidFill>
                  <a:srgbClr val="39D4C7"/>
                </a:solidFill>
              </a:defRPr>
            </a:lvl8pPr>
            <a:lvl9pPr algn="ctr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ABAF2-B357-4277-9564-4EDC63B7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38525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4F7FB"/>
                </a:solidFill>
              </a:defRPr>
            </a:defPPr>
            <a:lvl1pPr algn="l">
              <a:defRPr sz="1650" b="0">
                <a:solidFill>
                  <a:srgbClr val="F4F7FB"/>
                </a:solidFill>
              </a:defRPr>
            </a:lvl1pPr>
            <a:lvl2pPr algn="l">
              <a:defRPr sz="1650" b="0">
                <a:solidFill>
                  <a:srgbClr val="F4F7FB"/>
                </a:solidFill>
              </a:defRPr>
            </a:lvl2pPr>
            <a:lvl3pPr algn="l">
              <a:defRPr sz="1650" b="0">
                <a:solidFill>
                  <a:srgbClr val="F4F7FB"/>
                </a:solidFill>
              </a:defRPr>
            </a:lvl3pPr>
            <a:lvl4pPr algn="l">
              <a:defRPr sz="1650" b="0">
                <a:solidFill>
                  <a:srgbClr val="F4F7FB"/>
                </a:solidFill>
              </a:defRPr>
            </a:lvl4pPr>
            <a:lvl5pPr algn="l">
              <a:defRPr sz="1650" b="0">
                <a:solidFill>
                  <a:srgbClr val="F4F7FB"/>
                </a:solidFill>
              </a:defRPr>
            </a:lvl5pPr>
            <a:lvl6pPr algn="l">
              <a:defRPr sz="1650" b="0">
                <a:solidFill>
                  <a:srgbClr val="F4F7FB"/>
                </a:solidFill>
              </a:defRPr>
            </a:lvl6pPr>
            <a:lvl7pPr algn="l">
              <a:defRPr sz="1650" b="0">
                <a:solidFill>
                  <a:srgbClr val="F4F7FB"/>
                </a:solidFill>
              </a:defRPr>
            </a:lvl7pPr>
            <a:lvl8pPr algn="l">
              <a:defRPr sz="1650" b="0">
                <a:solidFill>
                  <a:srgbClr val="F4F7FB"/>
                </a:solidFill>
              </a:defRPr>
            </a:lvl8pPr>
            <a:lvl9pPr algn="l">
              <a:defRPr sz="165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Real TFLite instrumentation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9BB2B-90AE-4D9B-8462-0E1F26A4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385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39D4C7"/>
                </a:solidFill>
              </a:defRPr>
            </a:defPPr>
            <a:lvl1pPr algn="ctr">
              <a:defRPr sz="1650" b="1">
                <a:solidFill>
                  <a:srgbClr val="39D4C7"/>
                </a:solidFill>
              </a:defRPr>
            </a:lvl1pPr>
            <a:lvl2pPr algn="ctr">
              <a:defRPr sz="1650" b="1">
                <a:solidFill>
                  <a:srgbClr val="39D4C7"/>
                </a:solidFill>
              </a:defRPr>
            </a:lvl2pPr>
            <a:lvl3pPr algn="ctr">
              <a:defRPr sz="1650" b="1">
                <a:solidFill>
                  <a:srgbClr val="39D4C7"/>
                </a:solidFill>
              </a:defRPr>
            </a:lvl3pPr>
            <a:lvl4pPr algn="ctr">
              <a:defRPr sz="1650" b="1">
                <a:solidFill>
                  <a:srgbClr val="39D4C7"/>
                </a:solidFill>
              </a:defRPr>
            </a:lvl4pPr>
            <a:lvl5pPr algn="ctr">
              <a:defRPr sz="1650" b="1">
                <a:solidFill>
                  <a:srgbClr val="39D4C7"/>
                </a:solidFill>
              </a:defRPr>
            </a:lvl5pPr>
            <a:lvl6pPr algn="ctr">
              <a:defRPr sz="1650" b="1">
                <a:solidFill>
                  <a:srgbClr val="39D4C7"/>
                </a:solidFill>
              </a:defRPr>
            </a:lvl6pPr>
            <a:lvl7pPr algn="ctr">
              <a:defRPr sz="1650" b="1">
                <a:solidFill>
                  <a:srgbClr val="39D4C7"/>
                </a:solidFill>
              </a:defRPr>
            </a:lvl7pPr>
            <a:lvl8pPr algn="ctr">
              <a:defRPr sz="1650" b="1">
                <a:solidFill>
                  <a:srgbClr val="39D4C7"/>
                </a:solidFill>
              </a:defRPr>
            </a:lvl8pPr>
            <a:lvl9pPr algn="ctr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3CAAD-D74D-4239-9E0E-23FD12B0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81475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4F7FB"/>
                </a:solidFill>
              </a:defRPr>
            </a:defPPr>
            <a:lvl1pPr algn="l">
              <a:defRPr sz="1650" b="0">
                <a:solidFill>
                  <a:srgbClr val="F4F7FB"/>
                </a:solidFill>
              </a:defRPr>
            </a:lvl1pPr>
            <a:lvl2pPr algn="l">
              <a:defRPr sz="1650" b="0">
                <a:solidFill>
                  <a:srgbClr val="F4F7FB"/>
                </a:solidFill>
              </a:defRPr>
            </a:lvl2pPr>
            <a:lvl3pPr algn="l">
              <a:defRPr sz="1650" b="0">
                <a:solidFill>
                  <a:srgbClr val="F4F7FB"/>
                </a:solidFill>
              </a:defRPr>
            </a:lvl3pPr>
            <a:lvl4pPr algn="l">
              <a:defRPr sz="1650" b="0">
                <a:solidFill>
                  <a:srgbClr val="F4F7FB"/>
                </a:solidFill>
              </a:defRPr>
            </a:lvl4pPr>
            <a:lvl5pPr algn="l">
              <a:defRPr sz="1650" b="0">
                <a:solidFill>
                  <a:srgbClr val="F4F7FB"/>
                </a:solidFill>
              </a:defRPr>
            </a:lvl5pPr>
            <a:lvl6pPr algn="l">
              <a:defRPr sz="1650" b="0">
                <a:solidFill>
                  <a:srgbClr val="F4F7FB"/>
                </a:solidFill>
              </a:defRPr>
            </a:lvl6pPr>
            <a:lvl7pPr algn="l">
              <a:defRPr sz="1650" b="0">
                <a:solidFill>
                  <a:srgbClr val="F4F7FB"/>
                </a:solidFill>
              </a:defRPr>
            </a:lvl7pPr>
            <a:lvl8pPr algn="l">
              <a:defRPr sz="1650" b="0">
                <a:solidFill>
                  <a:srgbClr val="F4F7FB"/>
                </a:solidFill>
              </a:defRPr>
            </a:lvl8pPr>
            <a:lvl9pPr algn="l">
              <a:defRPr sz="165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Connected Android suite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FC500-8C9B-498D-835F-81015E27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814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39D4C7"/>
                </a:solidFill>
              </a:defRPr>
            </a:defPPr>
            <a:lvl1pPr algn="ctr">
              <a:defRPr sz="1650" b="1">
                <a:solidFill>
                  <a:srgbClr val="39D4C7"/>
                </a:solidFill>
              </a:defRPr>
            </a:lvl1pPr>
            <a:lvl2pPr algn="ctr">
              <a:defRPr sz="1650" b="1">
                <a:solidFill>
                  <a:srgbClr val="39D4C7"/>
                </a:solidFill>
              </a:defRPr>
            </a:lvl2pPr>
            <a:lvl3pPr algn="ctr">
              <a:defRPr sz="1650" b="1">
                <a:solidFill>
                  <a:srgbClr val="39D4C7"/>
                </a:solidFill>
              </a:defRPr>
            </a:lvl3pPr>
            <a:lvl4pPr algn="ctr">
              <a:defRPr sz="1650" b="1">
                <a:solidFill>
                  <a:srgbClr val="39D4C7"/>
                </a:solidFill>
              </a:defRPr>
            </a:lvl4pPr>
            <a:lvl5pPr algn="ctr">
              <a:defRPr sz="1650" b="1">
                <a:solidFill>
                  <a:srgbClr val="39D4C7"/>
                </a:solidFill>
              </a:defRPr>
            </a:lvl5pPr>
            <a:lvl6pPr algn="ctr">
              <a:defRPr sz="1650" b="1">
                <a:solidFill>
                  <a:srgbClr val="39D4C7"/>
                </a:solidFill>
              </a:defRPr>
            </a:lvl6pPr>
            <a:lvl7pPr algn="ctr">
              <a:defRPr sz="1650" b="1">
                <a:solidFill>
                  <a:srgbClr val="39D4C7"/>
                </a:solidFill>
              </a:defRPr>
            </a:lvl7pPr>
            <a:lvl8pPr algn="ctr">
              <a:defRPr sz="1650" b="1">
                <a:solidFill>
                  <a:srgbClr val="39D4C7"/>
                </a:solidFill>
              </a:defRPr>
            </a:lvl8pPr>
            <a:lvl9pPr algn="ctr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82175B-5736-438A-A79D-44865AF1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24425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4F7FB"/>
                </a:solidFill>
              </a:defRPr>
            </a:defPPr>
            <a:lvl1pPr algn="l">
              <a:defRPr sz="1650" b="1">
                <a:solidFill>
                  <a:srgbClr val="F4F7FB"/>
                </a:solidFill>
              </a:defRPr>
            </a:lvl1pPr>
            <a:lvl2pPr algn="l">
              <a:defRPr sz="1650" b="1">
                <a:solidFill>
                  <a:srgbClr val="F4F7FB"/>
                </a:solidFill>
              </a:defRPr>
            </a:lvl2pPr>
            <a:lvl3pPr algn="l">
              <a:defRPr sz="1650" b="1">
                <a:solidFill>
                  <a:srgbClr val="F4F7FB"/>
                </a:solidFill>
              </a:defRPr>
            </a:lvl3pPr>
            <a:lvl4pPr algn="l">
              <a:defRPr sz="1650" b="1">
                <a:solidFill>
                  <a:srgbClr val="F4F7FB"/>
                </a:solidFill>
              </a:defRPr>
            </a:lvl4pPr>
            <a:lvl5pPr algn="l">
              <a:defRPr sz="1650" b="1">
                <a:solidFill>
                  <a:srgbClr val="F4F7FB"/>
                </a:solidFill>
              </a:defRPr>
            </a:lvl5pPr>
            <a:lvl6pPr algn="l">
              <a:defRPr sz="1650" b="1">
                <a:solidFill>
                  <a:srgbClr val="F4F7FB"/>
                </a:solidFill>
              </a:defRPr>
            </a:lvl6pPr>
            <a:lvl7pPr algn="l">
              <a:defRPr sz="1650" b="1">
                <a:solidFill>
                  <a:srgbClr val="F4F7FB"/>
                </a:solidFill>
              </a:defRPr>
            </a:lvl7pPr>
            <a:lvl8pPr algn="l">
              <a:defRPr sz="1650" b="1">
                <a:solidFill>
                  <a:srgbClr val="F4F7FB"/>
                </a:solidFill>
              </a:defRPr>
            </a:lvl8pPr>
            <a:lvl9pPr algn="l">
              <a:defRPr sz="1650" b="1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Full desktop E2E recording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C2DA9-AEE8-4099-BD93-9BE132C5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244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7777"/>
                </a:solidFill>
              </a:defRPr>
            </a:defPPr>
            <a:lvl1pPr algn="ctr">
              <a:defRPr sz="1650" b="1">
                <a:solidFill>
                  <a:srgbClr val="FF7777"/>
                </a:solidFill>
              </a:defRPr>
            </a:lvl1pPr>
            <a:lvl2pPr algn="ctr">
              <a:defRPr sz="1650" b="1">
                <a:solidFill>
                  <a:srgbClr val="FF7777"/>
                </a:solidFill>
              </a:defRPr>
            </a:lvl2pPr>
            <a:lvl3pPr algn="ctr">
              <a:defRPr sz="1650" b="1">
                <a:solidFill>
                  <a:srgbClr val="FF7777"/>
                </a:solidFill>
              </a:defRPr>
            </a:lvl3pPr>
            <a:lvl4pPr algn="ctr">
              <a:defRPr sz="1650" b="1">
                <a:solidFill>
                  <a:srgbClr val="FF7777"/>
                </a:solidFill>
              </a:defRPr>
            </a:lvl4pPr>
            <a:lvl5pPr algn="ctr">
              <a:defRPr sz="1650" b="1">
                <a:solidFill>
                  <a:srgbClr val="FF7777"/>
                </a:solidFill>
              </a:defRPr>
            </a:lvl5pPr>
            <a:lvl6pPr algn="ctr">
              <a:defRPr sz="1650" b="1">
                <a:solidFill>
                  <a:srgbClr val="FF7777"/>
                </a:solidFill>
              </a:defRPr>
            </a:lvl6pPr>
            <a:lvl7pPr algn="ctr">
              <a:defRPr sz="1650" b="1">
                <a:solidFill>
                  <a:srgbClr val="FF7777"/>
                </a:solidFill>
              </a:defRPr>
            </a:lvl7pPr>
            <a:lvl8pPr algn="ctr">
              <a:defRPr sz="1650" b="1">
                <a:solidFill>
                  <a:srgbClr val="FF7777"/>
                </a:solidFill>
              </a:defRPr>
            </a:lvl8pPr>
            <a:lvl9pPr algn="ctr">
              <a:defRPr sz="1650" b="1">
                <a:solidFill>
                  <a:srgbClr val="FF7777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7777"/>
                </a:solidFill>
              </a:defRPr>
            </a:pPr>
            <a:r>
              <a:rPr sz="1650" b="1">
                <a:solidFill>
                  <a:srgbClr val="FF7777"/>
                </a:solidFill>
              </a:rPr>
              <a:t>PARTIAL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20A6A-C7F1-4E70-AFB5-09F79477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AAB8CC"/>
                </a:solidFill>
              </a:defRPr>
            </a:defPPr>
            <a:lvl1pPr algn="l">
              <a:defRPr sz="825" b="0">
                <a:solidFill>
                  <a:srgbClr val="AAB8CC"/>
                </a:solidFill>
              </a:defRPr>
            </a:lvl1pPr>
            <a:lvl2pPr algn="l">
              <a:defRPr sz="825" b="0">
                <a:solidFill>
                  <a:srgbClr val="AAB8CC"/>
                </a:solidFill>
              </a:defRPr>
            </a:lvl2pPr>
            <a:lvl3pPr algn="l">
              <a:defRPr sz="825" b="0">
                <a:solidFill>
                  <a:srgbClr val="AAB8CC"/>
                </a:solidFill>
              </a:defRPr>
            </a:lvl3pPr>
            <a:lvl4pPr algn="l">
              <a:defRPr sz="825" b="0">
                <a:solidFill>
                  <a:srgbClr val="AAB8CC"/>
                </a:solidFill>
              </a:defRPr>
            </a:lvl4pPr>
            <a:lvl5pPr algn="l">
              <a:defRPr sz="825" b="0">
                <a:solidFill>
                  <a:srgbClr val="AAB8CC"/>
                </a:solidFill>
              </a:defRPr>
            </a:lvl5pPr>
            <a:lvl6pPr algn="l">
              <a:defRPr sz="825" b="0">
                <a:solidFill>
                  <a:srgbClr val="AAB8CC"/>
                </a:solidFill>
              </a:defRPr>
            </a:lvl6pPr>
            <a:lvl7pPr algn="l">
              <a:defRPr sz="825" b="0">
                <a:solidFill>
                  <a:srgbClr val="AAB8CC"/>
                </a:solidFill>
              </a:defRPr>
            </a:lvl7pPr>
            <a:lvl8pPr algn="l">
              <a:defRPr sz="825" b="0">
                <a:solidFill>
                  <a:srgbClr val="AAB8CC"/>
                </a:solidFill>
              </a:defRPr>
            </a:lvl8pPr>
            <a:lvl9pPr algn="l">
              <a:defRPr sz="82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AAB8CC"/>
                </a:solidFill>
              </a:defRPr>
            </a:pPr>
            <a:r>
              <a:rPr sz="825" b="0">
                <a:solidFill>
                  <a:srgbClr val="AAB8CC"/>
                </a:solidFill>
              </a:rPr>
              <a:t>SleepTrackerSimulator   Лабораторна робота №7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6031E5-2B03-43D5-9647-8A57F6AA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AAB8CC"/>
                </a:solidFill>
              </a:defRPr>
            </a:defPPr>
            <a:lvl1pPr algn="r">
              <a:defRPr sz="825" b="0">
                <a:solidFill>
                  <a:srgbClr val="AAB8CC"/>
                </a:solidFill>
              </a:defRPr>
            </a:lvl1pPr>
            <a:lvl2pPr algn="r">
              <a:defRPr sz="825" b="0">
                <a:solidFill>
                  <a:srgbClr val="AAB8CC"/>
                </a:solidFill>
              </a:defRPr>
            </a:lvl2pPr>
            <a:lvl3pPr algn="r">
              <a:defRPr sz="825" b="0">
                <a:solidFill>
                  <a:srgbClr val="AAB8CC"/>
                </a:solidFill>
              </a:defRPr>
            </a:lvl3pPr>
            <a:lvl4pPr algn="r">
              <a:defRPr sz="825" b="0">
                <a:solidFill>
                  <a:srgbClr val="AAB8CC"/>
                </a:solidFill>
              </a:defRPr>
            </a:lvl4pPr>
            <a:lvl5pPr algn="r">
              <a:defRPr sz="825" b="0">
                <a:solidFill>
                  <a:srgbClr val="AAB8CC"/>
                </a:solidFill>
              </a:defRPr>
            </a:lvl5pPr>
            <a:lvl6pPr algn="r">
              <a:defRPr sz="825" b="0">
                <a:solidFill>
                  <a:srgbClr val="AAB8CC"/>
                </a:solidFill>
              </a:defRPr>
            </a:lvl6pPr>
            <a:lvl7pPr algn="r">
              <a:defRPr sz="825" b="0">
                <a:solidFill>
                  <a:srgbClr val="AAB8CC"/>
                </a:solidFill>
              </a:defRPr>
            </a:lvl7pPr>
            <a:lvl8pPr algn="r">
              <a:defRPr sz="825" b="0">
                <a:solidFill>
                  <a:srgbClr val="AAB8CC"/>
                </a:solidFill>
              </a:defRPr>
            </a:lvl8pPr>
            <a:lvl9pPr algn="r">
              <a:defRPr sz="82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AAB8CC"/>
                </a:solidFill>
              </a:defRPr>
            </a:pPr>
            <a:r>
              <a:rPr sz="825" b="0">
                <a:solidFill>
                  <a:srgbClr val="AAB8CC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609431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6EE40E-2428-4C00-94F2-28A2C8B4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39D4C7"/>
                </a:solidFill>
              </a:defRPr>
            </a:defPPr>
            <a:lvl1pPr algn="l">
              <a:defRPr sz="1050" b="1">
                <a:solidFill>
                  <a:srgbClr val="39D4C7"/>
                </a:solidFill>
              </a:defRPr>
            </a:lvl1pPr>
            <a:lvl2pPr algn="l">
              <a:defRPr sz="1050" b="1">
                <a:solidFill>
                  <a:srgbClr val="39D4C7"/>
                </a:solidFill>
              </a:defRPr>
            </a:lvl2pPr>
            <a:lvl3pPr algn="l">
              <a:defRPr sz="1050" b="1">
                <a:solidFill>
                  <a:srgbClr val="39D4C7"/>
                </a:solidFill>
              </a:defRPr>
            </a:lvl3pPr>
            <a:lvl4pPr algn="l">
              <a:defRPr sz="1050" b="1">
                <a:solidFill>
                  <a:srgbClr val="39D4C7"/>
                </a:solidFill>
              </a:defRPr>
            </a:lvl4pPr>
            <a:lvl5pPr algn="l">
              <a:defRPr sz="1050" b="1">
                <a:solidFill>
                  <a:srgbClr val="39D4C7"/>
                </a:solidFill>
              </a:defRPr>
            </a:lvl5pPr>
            <a:lvl6pPr algn="l">
              <a:defRPr sz="1050" b="1">
                <a:solidFill>
                  <a:srgbClr val="39D4C7"/>
                </a:solidFill>
              </a:defRPr>
            </a:lvl6pPr>
            <a:lvl7pPr algn="l">
              <a:defRPr sz="1050" b="1">
                <a:solidFill>
                  <a:srgbClr val="39D4C7"/>
                </a:solidFill>
              </a:defRPr>
            </a:lvl7pPr>
            <a:lvl8pPr algn="l">
              <a:defRPr sz="1050" b="1">
                <a:solidFill>
                  <a:srgbClr val="39D4C7"/>
                </a:solidFill>
              </a:defRPr>
            </a:lvl8pPr>
            <a:lvl9pPr algn="l">
              <a:defRPr sz="10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9D4C7"/>
                </a:solidFill>
              </a:defRPr>
            </a:pPr>
            <a:r>
              <a:rPr sz="1050" b="1">
                <a:solidFill>
                  <a:srgbClr val="39D4C7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80D7D-9E65-47B7-88C3-4135D4C4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F4F7FB"/>
                </a:solidFill>
              </a:defRPr>
            </a:defPPr>
            <a:lvl1pPr algn="l">
              <a:defRPr sz="2400" b="1">
                <a:solidFill>
                  <a:srgbClr val="F4F7FB"/>
                </a:solidFill>
              </a:defRPr>
            </a:lvl1pPr>
            <a:lvl2pPr algn="l">
              <a:defRPr sz="2400" b="1">
                <a:solidFill>
                  <a:srgbClr val="F4F7FB"/>
                </a:solidFill>
              </a:defRPr>
            </a:lvl2pPr>
            <a:lvl3pPr algn="l">
              <a:defRPr sz="2400" b="1">
                <a:solidFill>
                  <a:srgbClr val="F4F7FB"/>
                </a:solidFill>
              </a:defRPr>
            </a:lvl3pPr>
            <a:lvl4pPr algn="l">
              <a:defRPr sz="2400" b="1">
                <a:solidFill>
                  <a:srgbClr val="F4F7FB"/>
                </a:solidFill>
              </a:defRPr>
            </a:lvl4pPr>
            <a:lvl5pPr algn="l">
              <a:defRPr sz="2400" b="1">
                <a:solidFill>
                  <a:srgbClr val="F4F7FB"/>
                </a:solidFill>
              </a:defRPr>
            </a:lvl5pPr>
            <a:lvl6pPr algn="l">
              <a:defRPr sz="2400" b="1">
                <a:solidFill>
                  <a:srgbClr val="F4F7FB"/>
                </a:solidFill>
              </a:defRPr>
            </a:lvl6pPr>
            <a:lvl7pPr algn="l">
              <a:defRPr sz="2400" b="1">
                <a:solidFill>
                  <a:srgbClr val="F4F7FB"/>
                </a:solidFill>
              </a:defRPr>
            </a:lvl7pPr>
            <a:lvl8pPr algn="l">
              <a:defRPr sz="2400" b="1">
                <a:solidFill>
                  <a:srgbClr val="F4F7FB"/>
                </a:solidFill>
              </a:defRPr>
            </a:lvl8pPr>
            <a:lvl9pPr algn="l">
              <a:defRPr sz="2400" b="1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4F7FB"/>
                </a:solidFill>
              </a:defRPr>
            </a:pPr>
            <a:r>
              <a:rPr sz="2400" b="1">
                <a:solidFill>
                  <a:srgbClr val="F4F7FB"/>
                </a:solidFill>
              </a:rPr>
              <a:t>Відмовостійкість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615F7-D086-4269-B10F-5A72F62A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6979E-AE1E-4917-84A6-67EC1CB8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</a:defRPr>
            </a:defPPr>
            <a:lvl1pPr algn="l">
              <a:defRPr sz="1500" b="0">
                <a:solidFill>
                  <a:srgbClr val="F4F7FB"/>
                </a:solidFill>
              </a:defRPr>
            </a:lvl1pPr>
            <a:lvl2pPr algn="l">
              <a:defRPr sz="1500" b="0">
                <a:solidFill>
                  <a:srgbClr val="F4F7FB"/>
                </a:solidFill>
              </a:defRPr>
            </a:lvl2pPr>
            <a:lvl3pPr algn="l">
              <a:defRPr sz="1500" b="0">
                <a:solidFill>
                  <a:srgbClr val="F4F7FB"/>
                </a:solidFill>
              </a:defRPr>
            </a:lvl3pPr>
            <a:lvl4pPr algn="l">
              <a:defRPr sz="1500" b="0">
                <a:solidFill>
                  <a:srgbClr val="F4F7FB"/>
                </a:solidFill>
              </a:defRPr>
            </a:lvl4pPr>
            <a:lvl5pPr algn="l">
              <a:defRPr sz="1500" b="0">
                <a:solidFill>
                  <a:srgbClr val="F4F7FB"/>
                </a:solidFill>
              </a:defRPr>
            </a:lvl5pPr>
            <a:lvl6pPr algn="l">
              <a:defRPr sz="1500" b="0">
                <a:solidFill>
                  <a:srgbClr val="F4F7FB"/>
                </a:solidFill>
              </a:defRPr>
            </a:lvl6pPr>
            <a:lvl7pPr algn="l">
              <a:defRPr sz="1500" b="0">
                <a:solidFill>
                  <a:srgbClr val="F4F7FB"/>
                </a:solidFill>
              </a:defRPr>
            </a:lvl7pPr>
            <a:lvl8pPr algn="l">
              <a:defRPr sz="1500" b="0">
                <a:solidFill>
                  <a:srgbClr val="F4F7FB"/>
                </a:solidFill>
              </a:defRPr>
            </a:lvl8pPr>
            <a:lvl9pPr algn="l">
              <a:defRPr sz="150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Offline operation лишається у Room outbox.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B307B-3250-44BE-9BF7-017148D4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FBE6A-8E19-41C7-B700-9CAD0FAD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</a:defRPr>
            </a:defPPr>
            <a:lvl1pPr algn="l">
              <a:defRPr sz="1500" b="0">
                <a:solidFill>
                  <a:srgbClr val="F4F7FB"/>
                </a:solidFill>
              </a:defRPr>
            </a:lvl1pPr>
            <a:lvl2pPr algn="l">
              <a:defRPr sz="1500" b="0">
                <a:solidFill>
                  <a:srgbClr val="F4F7FB"/>
                </a:solidFill>
              </a:defRPr>
            </a:lvl2pPr>
            <a:lvl3pPr algn="l">
              <a:defRPr sz="1500" b="0">
                <a:solidFill>
                  <a:srgbClr val="F4F7FB"/>
                </a:solidFill>
              </a:defRPr>
            </a:lvl3pPr>
            <a:lvl4pPr algn="l">
              <a:defRPr sz="1500" b="0">
                <a:solidFill>
                  <a:srgbClr val="F4F7FB"/>
                </a:solidFill>
              </a:defRPr>
            </a:lvl4pPr>
            <a:lvl5pPr algn="l">
              <a:defRPr sz="1500" b="0">
                <a:solidFill>
                  <a:srgbClr val="F4F7FB"/>
                </a:solidFill>
              </a:defRPr>
            </a:lvl5pPr>
            <a:lvl6pPr algn="l">
              <a:defRPr sz="1500" b="0">
                <a:solidFill>
                  <a:srgbClr val="F4F7FB"/>
                </a:solidFill>
              </a:defRPr>
            </a:lvl6pPr>
            <a:lvl7pPr algn="l">
              <a:defRPr sz="1500" b="0">
                <a:solidFill>
                  <a:srgbClr val="F4F7FB"/>
                </a:solidFill>
              </a:defRPr>
            </a:lvl7pPr>
            <a:lvl8pPr algn="l">
              <a:defRPr sz="1500" b="0">
                <a:solidFill>
                  <a:srgbClr val="F4F7FB"/>
                </a:solidFill>
              </a:defRPr>
            </a:lvl8pPr>
            <a:lvl9pPr algn="l">
              <a:defRPr sz="150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WorkManager повторює delivery після повернення мережі.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D932D-8EE3-425E-9E11-083728EF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8B5DA-EEA8-41B6-8FE2-87A67F9E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</a:defRPr>
            </a:defPPr>
            <a:lvl1pPr algn="l">
              <a:defRPr sz="1500" b="0">
                <a:solidFill>
                  <a:srgbClr val="F4F7FB"/>
                </a:solidFill>
              </a:defRPr>
            </a:lvl1pPr>
            <a:lvl2pPr algn="l">
              <a:defRPr sz="1500" b="0">
                <a:solidFill>
                  <a:srgbClr val="F4F7FB"/>
                </a:solidFill>
              </a:defRPr>
            </a:lvl2pPr>
            <a:lvl3pPr algn="l">
              <a:defRPr sz="1500" b="0">
                <a:solidFill>
                  <a:srgbClr val="F4F7FB"/>
                </a:solidFill>
              </a:defRPr>
            </a:lvl3pPr>
            <a:lvl4pPr algn="l">
              <a:defRPr sz="1500" b="0">
                <a:solidFill>
                  <a:srgbClr val="F4F7FB"/>
                </a:solidFill>
              </a:defRPr>
            </a:lvl4pPr>
            <a:lvl5pPr algn="l">
              <a:defRPr sz="1500" b="0">
                <a:solidFill>
                  <a:srgbClr val="F4F7FB"/>
                </a:solidFill>
              </a:defRPr>
            </a:lvl5pPr>
            <a:lvl6pPr algn="l">
              <a:defRPr sz="1500" b="0">
                <a:solidFill>
                  <a:srgbClr val="F4F7FB"/>
                </a:solidFill>
              </a:defRPr>
            </a:lvl6pPr>
            <a:lvl7pPr algn="l">
              <a:defRPr sz="1500" b="0">
                <a:solidFill>
                  <a:srgbClr val="F4F7FB"/>
                </a:solidFill>
              </a:defRPr>
            </a:lvl7pPr>
            <a:lvl8pPr algn="l">
              <a:defRPr sz="1500" b="0">
                <a:solidFill>
                  <a:srgbClr val="F4F7FB"/>
                </a:solidFill>
              </a:defRPr>
            </a:lvl8pPr>
            <a:lvl9pPr algn="l">
              <a:defRPr sz="150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10 000 telemetry operations: backpressure без eviction.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82062-233B-4F21-8DCC-66CE8DD0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92241-2C6E-43E3-A130-B1FC1571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</a:defRPr>
            </a:defPPr>
            <a:lvl1pPr algn="l">
              <a:defRPr sz="1500" b="0">
                <a:solidFill>
                  <a:srgbClr val="F4F7FB"/>
                </a:solidFill>
              </a:defRPr>
            </a:lvl1pPr>
            <a:lvl2pPr algn="l">
              <a:defRPr sz="1500" b="0">
                <a:solidFill>
                  <a:srgbClr val="F4F7FB"/>
                </a:solidFill>
              </a:defRPr>
            </a:lvl2pPr>
            <a:lvl3pPr algn="l">
              <a:defRPr sz="1500" b="0">
                <a:solidFill>
                  <a:srgbClr val="F4F7FB"/>
                </a:solidFill>
              </a:defRPr>
            </a:lvl3pPr>
            <a:lvl4pPr algn="l">
              <a:defRPr sz="1500" b="0">
                <a:solidFill>
                  <a:srgbClr val="F4F7FB"/>
                </a:solidFill>
              </a:defRPr>
            </a:lvl4pPr>
            <a:lvl5pPr algn="l">
              <a:defRPr sz="1500" b="0">
                <a:solidFill>
                  <a:srgbClr val="F4F7FB"/>
                </a:solidFill>
              </a:defRPr>
            </a:lvl5pPr>
            <a:lvl6pPr algn="l">
              <a:defRPr sz="1500" b="0">
                <a:solidFill>
                  <a:srgbClr val="F4F7FB"/>
                </a:solidFill>
              </a:defRPr>
            </a:lvl6pPr>
            <a:lvl7pPr algn="l">
              <a:defRPr sz="1500" b="0">
                <a:solidFill>
                  <a:srgbClr val="F4F7FB"/>
                </a:solidFill>
              </a:defRPr>
            </a:lvl7pPr>
            <a:lvl8pPr algn="l">
              <a:defRPr sz="1500" b="0">
                <a:solidFill>
                  <a:srgbClr val="F4F7FB"/>
                </a:solidFill>
              </a:defRPr>
            </a:lvl8pPr>
            <a:lvl9pPr algn="l">
              <a:defRPr sz="150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Consecutive matches, rising edge і cooldown пригнічують spam.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C5944-CD9A-417D-8E51-0A5C4200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4A163-7CF2-4157-BCBC-830FB32D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</a:defRPr>
            </a:defPPr>
            <a:lvl1pPr algn="l">
              <a:defRPr sz="1500" b="0">
                <a:solidFill>
                  <a:srgbClr val="F4F7FB"/>
                </a:solidFill>
              </a:defRPr>
            </a:lvl1pPr>
            <a:lvl2pPr algn="l">
              <a:defRPr sz="1500" b="0">
                <a:solidFill>
                  <a:srgbClr val="F4F7FB"/>
                </a:solidFill>
              </a:defRPr>
            </a:lvl2pPr>
            <a:lvl3pPr algn="l">
              <a:defRPr sz="1500" b="0">
                <a:solidFill>
                  <a:srgbClr val="F4F7FB"/>
                </a:solidFill>
              </a:defRPr>
            </a:lvl3pPr>
            <a:lvl4pPr algn="l">
              <a:defRPr sz="1500" b="0">
                <a:solidFill>
                  <a:srgbClr val="F4F7FB"/>
                </a:solidFill>
              </a:defRPr>
            </a:lvl4pPr>
            <a:lvl5pPr algn="l">
              <a:defRPr sz="1500" b="0">
                <a:solidFill>
                  <a:srgbClr val="F4F7FB"/>
                </a:solidFill>
              </a:defRPr>
            </a:lvl5pPr>
            <a:lvl6pPr algn="l">
              <a:defRPr sz="1500" b="0">
                <a:solidFill>
                  <a:srgbClr val="F4F7FB"/>
                </a:solidFill>
              </a:defRPr>
            </a:lvl6pPr>
            <a:lvl7pPr algn="l">
              <a:defRPr sz="1500" b="0">
                <a:solidFill>
                  <a:srgbClr val="F4F7FB"/>
                </a:solidFill>
              </a:defRPr>
            </a:lvl7pPr>
            <a:lvl8pPr algn="l">
              <a:defRPr sz="1500" b="0">
                <a:solidFill>
                  <a:srgbClr val="F4F7FB"/>
                </a:solidFill>
              </a:defRPr>
            </a:lvl8pPr>
            <a:lvl9pPr algn="l">
              <a:defRPr sz="150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Foreground lifecycle керує sensor listener та actuator.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5E0E81-E723-4ADE-BAAC-F662823D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AAB8CC"/>
                </a:solidFill>
              </a:defRPr>
            </a:defPPr>
            <a:lvl1pPr algn="l">
              <a:defRPr sz="825" b="0">
                <a:solidFill>
                  <a:srgbClr val="AAB8CC"/>
                </a:solidFill>
              </a:defRPr>
            </a:lvl1pPr>
            <a:lvl2pPr algn="l">
              <a:defRPr sz="825" b="0">
                <a:solidFill>
                  <a:srgbClr val="AAB8CC"/>
                </a:solidFill>
              </a:defRPr>
            </a:lvl2pPr>
            <a:lvl3pPr algn="l">
              <a:defRPr sz="825" b="0">
                <a:solidFill>
                  <a:srgbClr val="AAB8CC"/>
                </a:solidFill>
              </a:defRPr>
            </a:lvl3pPr>
            <a:lvl4pPr algn="l">
              <a:defRPr sz="825" b="0">
                <a:solidFill>
                  <a:srgbClr val="AAB8CC"/>
                </a:solidFill>
              </a:defRPr>
            </a:lvl4pPr>
            <a:lvl5pPr algn="l">
              <a:defRPr sz="825" b="0">
                <a:solidFill>
                  <a:srgbClr val="AAB8CC"/>
                </a:solidFill>
              </a:defRPr>
            </a:lvl5pPr>
            <a:lvl6pPr algn="l">
              <a:defRPr sz="825" b="0">
                <a:solidFill>
                  <a:srgbClr val="AAB8CC"/>
                </a:solidFill>
              </a:defRPr>
            </a:lvl6pPr>
            <a:lvl7pPr algn="l">
              <a:defRPr sz="825" b="0">
                <a:solidFill>
                  <a:srgbClr val="AAB8CC"/>
                </a:solidFill>
              </a:defRPr>
            </a:lvl7pPr>
            <a:lvl8pPr algn="l">
              <a:defRPr sz="825" b="0">
                <a:solidFill>
                  <a:srgbClr val="AAB8CC"/>
                </a:solidFill>
              </a:defRPr>
            </a:lvl8pPr>
            <a:lvl9pPr algn="l">
              <a:defRPr sz="82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AAB8CC"/>
                </a:solidFill>
              </a:defRPr>
            </a:pPr>
            <a:r>
              <a:rPr sz="825" b="0">
                <a:solidFill>
                  <a:srgbClr val="AAB8CC"/>
                </a:solidFill>
              </a:rPr>
              <a:t>SleepTrackerSimulator   Лабораторна робота №7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CC9D9-AB59-4A9D-B562-BF9E455D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AAB8CC"/>
                </a:solidFill>
              </a:defRPr>
            </a:defPPr>
            <a:lvl1pPr algn="r">
              <a:defRPr sz="825" b="0">
                <a:solidFill>
                  <a:srgbClr val="AAB8CC"/>
                </a:solidFill>
              </a:defRPr>
            </a:lvl1pPr>
            <a:lvl2pPr algn="r">
              <a:defRPr sz="825" b="0">
                <a:solidFill>
                  <a:srgbClr val="AAB8CC"/>
                </a:solidFill>
              </a:defRPr>
            </a:lvl2pPr>
            <a:lvl3pPr algn="r">
              <a:defRPr sz="825" b="0">
                <a:solidFill>
                  <a:srgbClr val="AAB8CC"/>
                </a:solidFill>
              </a:defRPr>
            </a:lvl3pPr>
            <a:lvl4pPr algn="r">
              <a:defRPr sz="825" b="0">
                <a:solidFill>
                  <a:srgbClr val="AAB8CC"/>
                </a:solidFill>
              </a:defRPr>
            </a:lvl4pPr>
            <a:lvl5pPr algn="r">
              <a:defRPr sz="825" b="0">
                <a:solidFill>
                  <a:srgbClr val="AAB8CC"/>
                </a:solidFill>
              </a:defRPr>
            </a:lvl5pPr>
            <a:lvl6pPr algn="r">
              <a:defRPr sz="825" b="0">
                <a:solidFill>
                  <a:srgbClr val="AAB8CC"/>
                </a:solidFill>
              </a:defRPr>
            </a:lvl6pPr>
            <a:lvl7pPr algn="r">
              <a:defRPr sz="825" b="0">
                <a:solidFill>
                  <a:srgbClr val="AAB8CC"/>
                </a:solidFill>
              </a:defRPr>
            </a:lvl7pPr>
            <a:lvl8pPr algn="r">
              <a:defRPr sz="825" b="0">
                <a:solidFill>
                  <a:srgbClr val="AAB8CC"/>
                </a:solidFill>
              </a:defRPr>
            </a:lvl8pPr>
            <a:lvl9pPr algn="r">
              <a:defRPr sz="82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AAB8CC"/>
                </a:solidFill>
              </a:defRPr>
            </a:pPr>
            <a:r>
              <a:rPr sz="825" b="0">
                <a:solidFill>
                  <a:srgbClr val="AAB8CC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135576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96F38-3E2C-40CC-8991-D6B0F844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39D4C7"/>
                </a:solidFill>
              </a:defRPr>
            </a:defPPr>
            <a:lvl1pPr algn="l">
              <a:defRPr sz="1050" b="1">
                <a:solidFill>
                  <a:srgbClr val="39D4C7"/>
                </a:solidFill>
              </a:defRPr>
            </a:lvl1pPr>
            <a:lvl2pPr algn="l">
              <a:defRPr sz="1050" b="1">
                <a:solidFill>
                  <a:srgbClr val="39D4C7"/>
                </a:solidFill>
              </a:defRPr>
            </a:lvl2pPr>
            <a:lvl3pPr algn="l">
              <a:defRPr sz="1050" b="1">
                <a:solidFill>
                  <a:srgbClr val="39D4C7"/>
                </a:solidFill>
              </a:defRPr>
            </a:lvl3pPr>
            <a:lvl4pPr algn="l">
              <a:defRPr sz="1050" b="1">
                <a:solidFill>
                  <a:srgbClr val="39D4C7"/>
                </a:solidFill>
              </a:defRPr>
            </a:lvl4pPr>
            <a:lvl5pPr algn="l">
              <a:defRPr sz="1050" b="1">
                <a:solidFill>
                  <a:srgbClr val="39D4C7"/>
                </a:solidFill>
              </a:defRPr>
            </a:lvl5pPr>
            <a:lvl6pPr algn="l">
              <a:defRPr sz="1050" b="1">
                <a:solidFill>
                  <a:srgbClr val="39D4C7"/>
                </a:solidFill>
              </a:defRPr>
            </a:lvl6pPr>
            <a:lvl7pPr algn="l">
              <a:defRPr sz="1050" b="1">
                <a:solidFill>
                  <a:srgbClr val="39D4C7"/>
                </a:solidFill>
              </a:defRPr>
            </a:lvl7pPr>
            <a:lvl8pPr algn="l">
              <a:defRPr sz="1050" b="1">
                <a:solidFill>
                  <a:srgbClr val="39D4C7"/>
                </a:solidFill>
              </a:defRPr>
            </a:lvl8pPr>
            <a:lvl9pPr algn="l">
              <a:defRPr sz="10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9D4C7"/>
                </a:solidFill>
              </a:defRPr>
            </a:pPr>
            <a:r>
              <a:rPr sz="1050" b="1">
                <a:solidFill>
                  <a:srgbClr val="39D4C7"/>
                </a:solidFill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13FC8-1C04-4B14-9254-FFEDB075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F4F7FB"/>
                </a:solidFill>
              </a:defRPr>
            </a:defPPr>
            <a:lvl1pPr algn="l">
              <a:defRPr sz="2400" b="1">
                <a:solidFill>
                  <a:srgbClr val="F4F7FB"/>
                </a:solidFill>
              </a:defRPr>
            </a:lvl1pPr>
            <a:lvl2pPr algn="l">
              <a:defRPr sz="2400" b="1">
                <a:solidFill>
                  <a:srgbClr val="F4F7FB"/>
                </a:solidFill>
              </a:defRPr>
            </a:lvl2pPr>
            <a:lvl3pPr algn="l">
              <a:defRPr sz="2400" b="1">
                <a:solidFill>
                  <a:srgbClr val="F4F7FB"/>
                </a:solidFill>
              </a:defRPr>
            </a:lvl3pPr>
            <a:lvl4pPr algn="l">
              <a:defRPr sz="2400" b="1">
                <a:solidFill>
                  <a:srgbClr val="F4F7FB"/>
                </a:solidFill>
              </a:defRPr>
            </a:lvl4pPr>
            <a:lvl5pPr algn="l">
              <a:defRPr sz="2400" b="1">
                <a:solidFill>
                  <a:srgbClr val="F4F7FB"/>
                </a:solidFill>
              </a:defRPr>
            </a:lvl5pPr>
            <a:lvl6pPr algn="l">
              <a:defRPr sz="2400" b="1">
                <a:solidFill>
                  <a:srgbClr val="F4F7FB"/>
                </a:solidFill>
              </a:defRPr>
            </a:lvl6pPr>
            <a:lvl7pPr algn="l">
              <a:defRPr sz="2400" b="1">
                <a:solidFill>
                  <a:srgbClr val="F4F7FB"/>
                </a:solidFill>
              </a:defRPr>
            </a:lvl7pPr>
            <a:lvl8pPr algn="l">
              <a:defRPr sz="2400" b="1">
                <a:solidFill>
                  <a:srgbClr val="F4F7FB"/>
                </a:solidFill>
              </a:defRPr>
            </a:lvl8pPr>
            <a:lvl9pPr algn="l">
              <a:defRPr sz="2400" b="1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4F7FB"/>
                </a:solidFill>
              </a:defRPr>
            </a:pPr>
            <a:r>
              <a:rPr sz="2400" b="1">
                <a:solidFill>
                  <a:srgbClr val="F4F7FB"/>
                </a:solidFill>
              </a:rPr>
              <a:t>Профілювання та обмеження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E2FA2-DF12-48AF-AEA2-BFDAA26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9D4C7"/>
                </a:solidFill>
              </a:defRPr>
            </a:defPPr>
            <a:lvl1pPr algn="l">
              <a:defRPr sz="2850" b="1">
                <a:solidFill>
                  <a:srgbClr val="39D4C7"/>
                </a:solidFill>
              </a:defRPr>
            </a:lvl1pPr>
            <a:lvl2pPr algn="l">
              <a:defRPr sz="2850" b="1">
                <a:solidFill>
                  <a:srgbClr val="39D4C7"/>
                </a:solidFill>
              </a:defRPr>
            </a:lvl2pPr>
            <a:lvl3pPr algn="l">
              <a:defRPr sz="2850" b="1">
                <a:solidFill>
                  <a:srgbClr val="39D4C7"/>
                </a:solidFill>
              </a:defRPr>
            </a:lvl3pPr>
            <a:lvl4pPr algn="l">
              <a:defRPr sz="2850" b="1">
                <a:solidFill>
                  <a:srgbClr val="39D4C7"/>
                </a:solidFill>
              </a:defRPr>
            </a:lvl4pPr>
            <a:lvl5pPr algn="l">
              <a:defRPr sz="2850" b="1">
                <a:solidFill>
                  <a:srgbClr val="39D4C7"/>
                </a:solidFill>
              </a:defRPr>
            </a:lvl5pPr>
            <a:lvl6pPr algn="l">
              <a:defRPr sz="2850" b="1">
                <a:solidFill>
                  <a:srgbClr val="39D4C7"/>
                </a:solidFill>
              </a:defRPr>
            </a:lvl6pPr>
            <a:lvl7pPr algn="l">
              <a:defRPr sz="2850" b="1">
                <a:solidFill>
                  <a:srgbClr val="39D4C7"/>
                </a:solidFill>
              </a:defRPr>
            </a:lvl7pPr>
            <a:lvl8pPr algn="l">
              <a:defRPr sz="2850" b="1">
                <a:solidFill>
                  <a:srgbClr val="39D4C7"/>
                </a:solidFill>
              </a:defRPr>
            </a:lvl8pPr>
            <a:lvl9pPr algn="l">
              <a:defRPr sz="28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39D4C7"/>
                </a:solidFill>
              </a:defRPr>
            </a:pPr>
            <a:r>
              <a:rPr sz="2850" b="1">
                <a:solidFill>
                  <a:srgbClr val="39D4C7"/>
                </a:solidFill>
              </a:rPr>
              <a:t>115 → 130 → 129 MB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3D7B9-96A3-44C0-AD9A-E9C551E8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8CC"/>
                </a:solidFill>
              </a:defRPr>
            </a:defPPr>
            <a:lvl1pPr algn="l">
              <a:defRPr sz="1350" b="0">
                <a:solidFill>
                  <a:srgbClr val="AAB8CC"/>
                </a:solidFill>
              </a:defRPr>
            </a:lvl1pPr>
            <a:lvl2pPr algn="l">
              <a:defRPr sz="1350" b="0">
                <a:solidFill>
                  <a:srgbClr val="AAB8CC"/>
                </a:solidFill>
              </a:defRPr>
            </a:lvl2pPr>
            <a:lvl3pPr algn="l">
              <a:defRPr sz="1350" b="0">
                <a:solidFill>
                  <a:srgbClr val="AAB8CC"/>
                </a:solidFill>
              </a:defRPr>
            </a:lvl3pPr>
            <a:lvl4pPr algn="l">
              <a:defRPr sz="1350" b="0">
                <a:solidFill>
                  <a:srgbClr val="AAB8CC"/>
                </a:solidFill>
              </a:defRPr>
            </a:lvl4pPr>
            <a:lvl5pPr algn="l">
              <a:defRPr sz="1350" b="0">
                <a:solidFill>
                  <a:srgbClr val="AAB8CC"/>
                </a:solidFill>
              </a:defRPr>
            </a:lvl5pPr>
            <a:lvl6pPr algn="l">
              <a:defRPr sz="1350" b="0">
                <a:solidFill>
                  <a:srgbClr val="AAB8CC"/>
                </a:solidFill>
              </a:defRPr>
            </a:lvl6pPr>
            <a:lvl7pPr algn="l">
              <a:defRPr sz="1350" b="0">
                <a:solidFill>
                  <a:srgbClr val="AAB8CC"/>
                </a:solidFill>
              </a:defRPr>
            </a:lvl7pPr>
            <a:lvl8pPr algn="l">
              <a:defRPr sz="1350" b="0">
                <a:solidFill>
                  <a:srgbClr val="AAB8CC"/>
                </a:solidFill>
              </a:defRPr>
            </a:lvl8pPr>
            <a:lvl9pPr algn="l">
              <a:defRPr sz="1350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AB8CC"/>
                </a:solidFill>
              </a:defRPr>
            </a:pPr>
            <a:r>
              <a:rPr sz="1350" b="0">
                <a:solidFill>
                  <a:srgbClr val="AAB8CC"/>
                </a:solidFill>
              </a:rPr>
              <a:t>TOTAL PSS: start, 30 s, 60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11AB5-1A33-4250-9C6B-CFA8F3FB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F7777"/>
                </a:solidFill>
              </a:defRPr>
            </a:defPPr>
            <a:lvl1pPr algn="l">
              <a:defRPr sz="3150" b="1">
                <a:solidFill>
                  <a:srgbClr val="FF7777"/>
                </a:solidFill>
              </a:defRPr>
            </a:lvl1pPr>
            <a:lvl2pPr algn="l">
              <a:defRPr sz="3150" b="1">
                <a:solidFill>
                  <a:srgbClr val="FF7777"/>
                </a:solidFill>
              </a:defRPr>
            </a:lvl2pPr>
            <a:lvl3pPr algn="l">
              <a:defRPr sz="3150" b="1">
                <a:solidFill>
                  <a:srgbClr val="FF7777"/>
                </a:solidFill>
              </a:defRPr>
            </a:lvl3pPr>
            <a:lvl4pPr algn="l">
              <a:defRPr sz="3150" b="1">
                <a:solidFill>
                  <a:srgbClr val="FF7777"/>
                </a:solidFill>
              </a:defRPr>
            </a:lvl4pPr>
            <a:lvl5pPr algn="l">
              <a:defRPr sz="3150" b="1">
                <a:solidFill>
                  <a:srgbClr val="FF7777"/>
                </a:solidFill>
              </a:defRPr>
            </a:lvl5pPr>
            <a:lvl6pPr algn="l">
              <a:defRPr sz="3150" b="1">
                <a:solidFill>
                  <a:srgbClr val="FF7777"/>
                </a:solidFill>
              </a:defRPr>
            </a:lvl6pPr>
            <a:lvl7pPr algn="l">
              <a:defRPr sz="3150" b="1">
                <a:solidFill>
                  <a:srgbClr val="FF7777"/>
                </a:solidFill>
              </a:defRPr>
            </a:lvl7pPr>
            <a:lvl8pPr algn="l">
              <a:defRPr sz="3150" b="1">
                <a:solidFill>
                  <a:srgbClr val="FF7777"/>
                </a:solidFill>
              </a:defRPr>
            </a:lvl8pPr>
            <a:lvl9pPr algn="l">
              <a:defRPr sz="3150" b="1">
                <a:solidFill>
                  <a:srgbClr val="FF7777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7777"/>
                </a:solidFill>
              </a:defRPr>
            </a:pPr>
            <a:r>
              <a:rPr sz="3150" b="1">
                <a:solidFill>
                  <a:srgbClr val="FF7777"/>
                </a:solidFill>
              </a:rPr>
              <a:t>92,02%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54885-245B-4E31-A985-C1681C6F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47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8CC"/>
                </a:solidFill>
              </a:defRPr>
            </a:defPPr>
            <a:lvl1pPr algn="l">
              <a:defRPr sz="1350" b="0">
                <a:solidFill>
                  <a:srgbClr val="AAB8CC"/>
                </a:solidFill>
              </a:defRPr>
            </a:lvl1pPr>
            <a:lvl2pPr algn="l">
              <a:defRPr sz="1350" b="0">
                <a:solidFill>
                  <a:srgbClr val="AAB8CC"/>
                </a:solidFill>
              </a:defRPr>
            </a:lvl2pPr>
            <a:lvl3pPr algn="l">
              <a:defRPr sz="1350" b="0">
                <a:solidFill>
                  <a:srgbClr val="AAB8CC"/>
                </a:solidFill>
              </a:defRPr>
            </a:lvl3pPr>
            <a:lvl4pPr algn="l">
              <a:defRPr sz="1350" b="0">
                <a:solidFill>
                  <a:srgbClr val="AAB8CC"/>
                </a:solidFill>
              </a:defRPr>
            </a:lvl4pPr>
            <a:lvl5pPr algn="l">
              <a:defRPr sz="1350" b="0">
                <a:solidFill>
                  <a:srgbClr val="AAB8CC"/>
                </a:solidFill>
              </a:defRPr>
            </a:lvl5pPr>
            <a:lvl6pPr algn="l">
              <a:defRPr sz="1350" b="0">
                <a:solidFill>
                  <a:srgbClr val="AAB8CC"/>
                </a:solidFill>
              </a:defRPr>
            </a:lvl6pPr>
            <a:lvl7pPr algn="l">
              <a:defRPr sz="1350" b="0">
                <a:solidFill>
                  <a:srgbClr val="AAB8CC"/>
                </a:solidFill>
              </a:defRPr>
            </a:lvl7pPr>
            <a:lvl8pPr algn="l">
              <a:defRPr sz="1350" b="0">
                <a:solidFill>
                  <a:srgbClr val="AAB8CC"/>
                </a:solidFill>
              </a:defRPr>
            </a:lvl8pPr>
            <a:lvl9pPr algn="l">
              <a:defRPr sz="1350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AB8CC"/>
                </a:solidFill>
              </a:defRPr>
            </a:pPr>
            <a:r>
              <a:rPr sz="1350" b="0">
                <a:solidFill>
                  <a:srgbClr val="AAB8CC"/>
                </a:solidFill>
              </a:rPr>
              <a:t>janky frames у debug AVD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B5851-1B91-427A-A238-0ACA371B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12653-8161-47CC-9C9A-9ECADA80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</a:defRPr>
            </a:defPPr>
            <a:lvl1pPr algn="l">
              <a:defRPr sz="1500" b="0">
                <a:solidFill>
                  <a:srgbClr val="F4F7FB"/>
                </a:solidFill>
              </a:defRPr>
            </a:lvl1pPr>
            <a:lvl2pPr algn="l">
              <a:defRPr sz="1500" b="0">
                <a:solidFill>
                  <a:srgbClr val="F4F7FB"/>
                </a:solidFill>
              </a:defRPr>
            </a:lvl2pPr>
            <a:lvl3pPr algn="l">
              <a:defRPr sz="1500" b="0">
                <a:solidFill>
                  <a:srgbClr val="F4F7FB"/>
                </a:solidFill>
              </a:defRPr>
            </a:lvl3pPr>
            <a:lvl4pPr algn="l">
              <a:defRPr sz="1500" b="0">
                <a:solidFill>
                  <a:srgbClr val="F4F7FB"/>
                </a:solidFill>
              </a:defRPr>
            </a:lvl4pPr>
            <a:lvl5pPr algn="l">
              <a:defRPr sz="1500" b="0">
                <a:solidFill>
                  <a:srgbClr val="F4F7FB"/>
                </a:solidFill>
              </a:defRPr>
            </a:lvl5pPr>
            <a:lvl6pPr algn="l">
              <a:defRPr sz="1500" b="0">
                <a:solidFill>
                  <a:srgbClr val="F4F7FB"/>
                </a:solidFill>
              </a:defRPr>
            </a:lvl6pPr>
            <a:lvl7pPr algn="l">
              <a:defRPr sz="1500" b="0">
                <a:solidFill>
                  <a:srgbClr val="F4F7FB"/>
                </a:solidFill>
              </a:defRPr>
            </a:lvl7pPr>
            <a:lvl8pPr algn="l">
              <a:defRPr sz="1500" b="0">
                <a:solidFill>
                  <a:srgbClr val="F4F7FB"/>
                </a:solidFill>
              </a:defRPr>
            </a:lvl8pPr>
            <a:lvl9pPr algn="l">
              <a:defRPr sz="150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PSS не зростав між 30 та 60 секундами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42DD2-A97C-4067-A779-85206AD2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055E3-5636-48D4-98FC-93DE7D5A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</a:defRPr>
            </a:defPPr>
            <a:lvl1pPr algn="l">
              <a:defRPr sz="1500" b="0">
                <a:solidFill>
                  <a:srgbClr val="F4F7FB"/>
                </a:solidFill>
              </a:defRPr>
            </a:lvl1pPr>
            <a:lvl2pPr algn="l">
              <a:defRPr sz="1500" b="0">
                <a:solidFill>
                  <a:srgbClr val="F4F7FB"/>
                </a:solidFill>
              </a:defRPr>
            </a:lvl2pPr>
            <a:lvl3pPr algn="l">
              <a:defRPr sz="1500" b="0">
                <a:solidFill>
                  <a:srgbClr val="F4F7FB"/>
                </a:solidFill>
              </a:defRPr>
            </a:lvl3pPr>
            <a:lvl4pPr algn="l">
              <a:defRPr sz="1500" b="0">
                <a:solidFill>
                  <a:srgbClr val="F4F7FB"/>
                </a:solidFill>
              </a:defRPr>
            </a:lvl4pPr>
            <a:lvl5pPr algn="l">
              <a:defRPr sz="1500" b="0">
                <a:solidFill>
                  <a:srgbClr val="F4F7FB"/>
                </a:solidFill>
              </a:defRPr>
            </a:lvl5pPr>
            <a:lvl6pPr algn="l">
              <a:defRPr sz="1500" b="0">
                <a:solidFill>
                  <a:srgbClr val="F4F7FB"/>
                </a:solidFill>
              </a:defRPr>
            </a:lvl6pPr>
            <a:lvl7pPr algn="l">
              <a:defRPr sz="1500" b="0">
                <a:solidFill>
                  <a:srgbClr val="F4F7FB"/>
                </a:solidFill>
              </a:defRPr>
            </a:lvl7pPr>
            <a:lvl8pPr algn="l">
              <a:defRPr sz="1500" b="0">
                <a:solidFill>
                  <a:srgbClr val="F4F7FB"/>
                </a:solidFill>
              </a:defRPr>
            </a:lvl8pPr>
            <a:lvl9pPr algn="l">
              <a:defRPr sz="150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Після 10 restart: 92,9 MB PSS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23225-462A-490E-BB99-DBB04FB3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D6D1F3-12D8-4034-AE0C-AFFFDD48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F7777"/>
                </a:solidFill>
              </a:defRPr>
            </a:defPPr>
            <a:lvl1pPr algn="l">
              <a:defRPr sz="1500" b="0">
                <a:solidFill>
                  <a:srgbClr val="FF7777"/>
                </a:solidFill>
              </a:defRPr>
            </a:lvl1pPr>
            <a:lvl2pPr algn="l">
              <a:defRPr sz="1500" b="0">
                <a:solidFill>
                  <a:srgbClr val="FF7777"/>
                </a:solidFill>
              </a:defRPr>
            </a:lvl2pPr>
            <a:lvl3pPr algn="l">
              <a:defRPr sz="1500" b="0">
                <a:solidFill>
                  <a:srgbClr val="FF7777"/>
                </a:solidFill>
              </a:defRPr>
            </a:lvl3pPr>
            <a:lvl4pPr algn="l">
              <a:defRPr sz="1500" b="0">
                <a:solidFill>
                  <a:srgbClr val="FF7777"/>
                </a:solidFill>
              </a:defRPr>
            </a:lvl4pPr>
            <a:lvl5pPr algn="l">
              <a:defRPr sz="1500" b="0">
                <a:solidFill>
                  <a:srgbClr val="FF7777"/>
                </a:solidFill>
              </a:defRPr>
            </a:lvl5pPr>
            <a:lvl6pPr algn="l">
              <a:defRPr sz="1500" b="0">
                <a:solidFill>
                  <a:srgbClr val="FF7777"/>
                </a:solidFill>
              </a:defRPr>
            </a:lvl6pPr>
            <a:lvl7pPr algn="l">
              <a:defRPr sz="1500" b="0">
                <a:solidFill>
                  <a:srgbClr val="FF7777"/>
                </a:solidFill>
              </a:defRPr>
            </a:lvl7pPr>
            <a:lvl8pPr algn="l">
              <a:defRPr sz="1500" b="0">
                <a:solidFill>
                  <a:srgbClr val="FF7777"/>
                </a:solidFill>
              </a:defRPr>
            </a:lvl8pPr>
            <a:lvl9pPr algn="l">
              <a:defRPr sz="1500" b="0">
                <a:solidFill>
                  <a:srgbClr val="FF7777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F7777"/>
                </a:solidFill>
              </a:defRPr>
            </a:pPr>
            <a:r>
              <a:rPr sz="1500" b="0">
                <a:solidFill>
                  <a:srgbClr val="FF7777"/>
                </a:solidFill>
              </a:rPr>
              <a:t>Потрібен release trace на фізичному пристрої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CE5C9-A480-485F-8CFB-19568733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AAB8CC"/>
                </a:solidFill>
              </a:defRPr>
            </a:defPPr>
            <a:lvl1pPr algn="l">
              <a:defRPr sz="825" b="0">
                <a:solidFill>
                  <a:srgbClr val="AAB8CC"/>
                </a:solidFill>
              </a:defRPr>
            </a:lvl1pPr>
            <a:lvl2pPr algn="l">
              <a:defRPr sz="825" b="0">
                <a:solidFill>
                  <a:srgbClr val="AAB8CC"/>
                </a:solidFill>
              </a:defRPr>
            </a:lvl2pPr>
            <a:lvl3pPr algn="l">
              <a:defRPr sz="825" b="0">
                <a:solidFill>
                  <a:srgbClr val="AAB8CC"/>
                </a:solidFill>
              </a:defRPr>
            </a:lvl3pPr>
            <a:lvl4pPr algn="l">
              <a:defRPr sz="825" b="0">
                <a:solidFill>
                  <a:srgbClr val="AAB8CC"/>
                </a:solidFill>
              </a:defRPr>
            </a:lvl4pPr>
            <a:lvl5pPr algn="l">
              <a:defRPr sz="825" b="0">
                <a:solidFill>
                  <a:srgbClr val="AAB8CC"/>
                </a:solidFill>
              </a:defRPr>
            </a:lvl5pPr>
            <a:lvl6pPr algn="l">
              <a:defRPr sz="825" b="0">
                <a:solidFill>
                  <a:srgbClr val="AAB8CC"/>
                </a:solidFill>
              </a:defRPr>
            </a:lvl6pPr>
            <a:lvl7pPr algn="l">
              <a:defRPr sz="825" b="0">
                <a:solidFill>
                  <a:srgbClr val="AAB8CC"/>
                </a:solidFill>
              </a:defRPr>
            </a:lvl7pPr>
            <a:lvl8pPr algn="l">
              <a:defRPr sz="825" b="0">
                <a:solidFill>
                  <a:srgbClr val="AAB8CC"/>
                </a:solidFill>
              </a:defRPr>
            </a:lvl8pPr>
            <a:lvl9pPr algn="l">
              <a:defRPr sz="82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AAB8CC"/>
                </a:solidFill>
              </a:defRPr>
            </a:pPr>
            <a:r>
              <a:rPr sz="825" b="0">
                <a:solidFill>
                  <a:srgbClr val="AAB8CC"/>
                </a:solidFill>
              </a:rPr>
              <a:t>SleepTrackerSimulator   Лабораторна робота №7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E6CE1-9649-4EA5-8622-7EC201A1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AAB8CC"/>
                </a:solidFill>
              </a:defRPr>
            </a:defPPr>
            <a:lvl1pPr algn="r">
              <a:defRPr sz="825" b="0">
                <a:solidFill>
                  <a:srgbClr val="AAB8CC"/>
                </a:solidFill>
              </a:defRPr>
            </a:lvl1pPr>
            <a:lvl2pPr algn="r">
              <a:defRPr sz="825" b="0">
                <a:solidFill>
                  <a:srgbClr val="AAB8CC"/>
                </a:solidFill>
              </a:defRPr>
            </a:lvl2pPr>
            <a:lvl3pPr algn="r">
              <a:defRPr sz="825" b="0">
                <a:solidFill>
                  <a:srgbClr val="AAB8CC"/>
                </a:solidFill>
              </a:defRPr>
            </a:lvl3pPr>
            <a:lvl4pPr algn="r">
              <a:defRPr sz="825" b="0">
                <a:solidFill>
                  <a:srgbClr val="AAB8CC"/>
                </a:solidFill>
              </a:defRPr>
            </a:lvl4pPr>
            <a:lvl5pPr algn="r">
              <a:defRPr sz="825" b="0">
                <a:solidFill>
                  <a:srgbClr val="AAB8CC"/>
                </a:solidFill>
              </a:defRPr>
            </a:lvl5pPr>
            <a:lvl6pPr algn="r">
              <a:defRPr sz="825" b="0">
                <a:solidFill>
                  <a:srgbClr val="AAB8CC"/>
                </a:solidFill>
              </a:defRPr>
            </a:lvl6pPr>
            <a:lvl7pPr algn="r">
              <a:defRPr sz="825" b="0">
                <a:solidFill>
                  <a:srgbClr val="AAB8CC"/>
                </a:solidFill>
              </a:defRPr>
            </a:lvl7pPr>
            <a:lvl8pPr algn="r">
              <a:defRPr sz="825" b="0">
                <a:solidFill>
                  <a:srgbClr val="AAB8CC"/>
                </a:solidFill>
              </a:defRPr>
            </a:lvl8pPr>
            <a:lvl9pPr algn="r">
              <a:defRPr sz="82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AAB8CC"/>
                </a:solidFill>
              </a:defRPr>
            </a:pPr>
            <a:r>
              <a:rPr sz="825" b="0">
                <a:solidFill>
                  <a:srgbClr val="AAB8CC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470542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BCC07A-78DE-45B9-952B-E2DD33CE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39D4C7"/>
                </a:solidFill>
              </a:defRPr>
            </a:defPPr>
            <a:lvl1pPr algn="l">
              <a:defRPr sz="1050" b="1">
                <a:solidFill>
                  <a:srgbClr val="39D4C7"/>
                </a:solidFill>
              </a:defRPr>
            </a:lvl1pPr>
            <a:lvl2pPr algn="l">
              <a:defRPr sz="1050" b="1">
                <a:solidFill>
                  <a:srgbClr val="39D4C7"/>
                </a:solidFill>
              </a:defRPr>
            </a:lvl2pPr>
            <a:lvl3pPr algn="l">
              <a:defRPr sz="1050" b="1">
                <a:solidFill>
                  <a:srgbClr val="39D4C7"/>
                </a:solidFill>
              </a:defRPr>
            </a:lvl3pPr>
            <a:lvl4pPr algn="l">
              <a:defRPr sz="1050" b="1">
                <a:solidFill>
                  <a:srgbClr val="39D4C7"/>
                </a:solidFill>
              </a:defRPr>
            </a:lvl4pPr>
            <a:lvl5pPr algn="l">
              <a:defRPr sz="1050" b="1">
                <a:solidFill>
                  <a:srgbClr val="39D4C7"/>
                </a:solidFill>
              </a:defRPr>
            </a:lvl5pPr>
            <a:lvl6pPr algn="l">
              <a:defRPr sz="1050" b="1">
                <a:solidFill>
                  <a:srgbClr val="39D4C7"/>
                </a:solidFill>
              </a:defRPr>
            </a:lvl6pPr>
            <a:lvl7pPr algn="l">
              <a:defRPr sz="1050" b="1">
                <a:solidFill>
                  <a:srgbClr val="39D4C7"/>
                </a:solidFill>
              </a:defRPr>
            </a:lvl7pPr>
            <a:lvl8pPr algn="l">
              <a:defRPr sz="1050" b="1">
                <a:solidFill>
                  <a:srgbClr val="39D4C7"/>
                </a:solidFill>
              </a:defRPr>
            </a:lvl8pPr>
            <a:lvl9pPr algn="l">
              <a:defRPr sz="10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9D4C7"/>
                </a:solidFill>
              </a:defRPr>
            </a:pPr>
            <a:r>
              <a:rPr sz="1050" b="1">
                <a:solidFill>
                  <a:srgbClr val="39D4C7"/>
                </a:solidFill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6ECE5-A144-49FE-8727-1BE269C5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F4F7FB"/>
                </a:solidFill>
              </a:defRPr>
            </a:defPPr>
            <a:lvl1pPr algn="l">
              <a:defRPr sz="2400" b="1">
                <a:solidFill>
                  <a:srgbClr val="F4F7FB"/>
                </a:solidFill>
              </a:defRPr>
            </a:lvl1pPr>
            <a:lvl2pPr algn="l">
              <a:defRPr sz="2400" b="1">
                <a:solidFill>
                  <a:srgbClr val="F4F7FB"/>
                </a:solidFill>
              </a:defRPr>
            </a:lvl2pPr>
            <a:lvl3pPr algn="l">
              <a:defRPr sz="2400" b="1">
                <a:solidFill>
                  <a:srgbClr val="F4F7FB"/>
                </a:solidFill>
              </a:defRPr>
            </a:lvl3pPr>
            <a:lvl4pPr algn="l">
              <a:defRPr sz="2400" b="1">
                <a:solidFill>
                  <a:srgbClr val="F4F7FB"/>
                </a:solidFill>
              </a:defRPr>
            </a:lvl4pPr>
            <a:lvl5pPr algn="l">
              <a:defRPr sz="2400" b="1">
                <a:solidFill>
                  <a:srgbClr val="F4F7FB"/>
                </a:solidFill>
              </a:defRPr>
            </a:lvl5pPr>
            <a:lvl6pPr algn="l">
              <a:defRPr sz="2400" b="1">
                <a:solidFill>
                  <a:srgbClr val="F4F7FB"/>
                </a:solidFill>
              </a:defRPr>
            </a:lvl6pPr>
            <a:lvl7pPr algn="l">
              <a:defRPr sz="2400" b="1">
                <a:solidFill>
                  <a:srgbClr val="F4F7FB"/>
                </a:solidFill>
              </a:defRPr>
            </a:lvl7pPr>
            <a:lvl8pPr algn="l">
              <a:defRPr sz="2400" b="1">
                <a:solidFill>
                  <a:srgbClr val="F4F7FB"/>
                </a:solidFill>
              </a:defRPr>
            </a:lvl8pPr>
            <a:lvl9pPr algn="l">
              <a:defRPr sz="2400" b="1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4F7FB"/>
                </a:solidFill>
              </a:defRPr>
            </a:pPr>
            <a:r>
              <a:rPr sz="2400" b="1">
                <a:solidFill>
                  <a:srgbClr val="F4F7FB"/>
                </a:solidFill>
              </a:rPr>
              <a:t>Висновки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9B3A7-BFE1-48B2-91EA-37A89CD2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200" b="1">
                <a:solidFill>
                  <a:srgbClr val="39D4C7"/>
                </a:solidFill>
              </a:defRPr>
            </a:defPPr>
            <a:lvl1pPr algn="l">
              <a:defRPr sz="4200" b="1">
                <a:solidFill>
                  <a:srgbClr val="39D4C7"/>
                </a:solidFill>
              </a:defRPr>
            </a:lvl1pPr>
            <a:lvl2pPr algn="l">
              <a:defRPr sz="4200" b="1">
                <a:solidFill>
                  <a:srgbClr val="39D4C7"/>
                </a:solidFill>
              </a:defRPr>
            </a:lvl2pPr>
            <a:lvl3pPr algn="l">
              <a:defRPr sz="4200" b="1">
                <a:solidFill>
                  <a:srgbClr val="39D4C7"/>
                </a:solidFill>
              </a:defRPr>
            </a:lvl3pPr>
            <a:lvl4pPr algn="l">
              <a:defRPr sz="4200" b="1">
                <a:solidFill>
                  <a:srgbClr val="39D4C7"/>
                </a:solidFill>
              </a:defRPr>
            </a:lvl4pPr>
            <a:lvl5pPr algn="l">
              <a:defRPr sz="4200" b="1">
                <a:solidFill>
                  <a:srgbClr val="39D4C7"/>
                </a:solidFill>
              </a:defRPr>
            </a:lvl5pPr>
            <a:lvl6pPr algn="l">
              <a:defRPr sz="4200" b="1">
                <a:solidFill>
                  <a:srgbClr val="39D4C7"/>
                </a:solidFill>
              </a:defRPr>
            </a:lvl6pPr>
            <a:lvl7pPr algn="l">
              <a:defRPr sz="4200" b="1">
                <a:solidFill>
                  <a:srgbClr val="39D4C7"/>
                </a:solidFill>
              </a:defRPr>
            </a:lvl7pPr>
            <a:lvl8pPr algn="l">
              <a:defRPr sz="4200" b="1">
                <a:solidFill>
                  <a:srgbClr val="39D4C7"/>
                </a:solidFill>
              </a:defRPr>
            </a:lvl8pPr>
            <a:lvl9pPr algn="l">
              <a:defRPr sz="420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39D4C7"/>
                </a:solidFill>
              </a:defRPr>
            </a:pPr>
            <a:r>
              <a:rPr sz="4200" b="1">
                <a:solidFill>
                  <a:srgbClr val="39D4C7"/>
                </a:solidFill>
              </a:rPr>
              <a:t>87 / 100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7FA1B-51C2-42D4-BD41-820D7758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8CC"/>
                </a:solidFill>
              </a:defRPr>
            </a:defPPr>
            <a:lvl1pPr algn="l">
              <a:defRPr sz="1350" b="0">
                <a:solidFill>
                  <a:srgbClr val="AAB8CC"/>
                </a:solidFill>
              </a:defRPr>
            </a:lvl1pPr>
            <a:lvl2pPr algn="l">
              <a:defRPr sz="1350" b="0">
                <a:solidFill>
                  <a:srgbClr val="AAB8CC"/>
                </a:solidFill>
              </a:defRPr>
            </a:lvl2pPr>
            <a:lvl3pPr algn="l">
              <a:defRPr sz="1350" b="0">
                <a:solidFill>
                  <a:srgbClr val="AAB8CC"/>
                </a:solidFill>
              </a:defRPr>
            </a:lvl3pPr>
            <a:lvl4pPr algn="l">
              <a:defRPr sz="1350" b="0">
                <a:solidFill>
                  <a:srgbClr val="AAB8CC"/>
                </a:solidFill>
              </a:defRPr>
            </a:lvl4pPr>
            <a:lvl5pPr algn="l">
              <a:defRPr sz="1350" b="0">
                <a:solidFill>
                  <a:srgbClr val="AAB8CC"/>
                </a:solidFill>
              </a:defRPr>
            </a:lvl5pPr>
            <a:lvl6pPr algn="l">
              <a:defRPr sz="1350" b="0">
                <a:solidFill>
                  <a:srgbClr val="AAB8CC"/>
                </a:solidFill>
              </a:defRPr>
            </a:lvl6pPr>
            <a:lvl7pPr algn="l">
              <a:defRPr sz="1350" b="0">
                <a:solidFill>
                  <a:srgbClr val="AAB8CC"/>
                </a:solidFill>
              </a:defRPr>
            </a:lvl7pPr>
            <a:lvl8pPr algn="l">
              <a:defRPr sz="1350" b="0">
                <a:solidFill>
                  <a:srgbClr val="AAB8CC"/>
                </a:solidFill>
              </a:defRPr>
            </a:lvl8pPr>
            <a:lvl9pPr algn="l">
              <a:defRPr sz="1350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AB8CC"/>
                </a:solidFill>
              </a:defRPr>
            </a:pPr>
            <a:r>
              <a:rPr sz="1350" b="0">
                <a:solidFill>
                  <a:srgbClr val="AAB8CC"/>
                </a:solidFill>
              </a:rPr>
              <a:t>Engineering audit score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F97F2-FD2C-4354-B621-C170AD21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52625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4F7FB"/>
                </a:solidFill>
              </a:defRPr>
            </a:defPPr>
            <a:lvl1pPr algn="l">
              <a:defRPr sz="2550" b="1">
                <a:solidFill>
                  <a:srgbClr val="F4F7FB"/>
                </a:solidFill>
              </a:defRPr>
            </a:lvl1pPr>
            <a:lvl2pPr algn="l">
              <a:defRPr sz="2550" b="1">
                <a:solidFill>
                  <a:srgbClr val="F4F7FB"/>
                </a:solidFill>
              </a:defRPr>
            </a:lvl2pPr>
            <a:lvl3pPr algn="l">
              <a:defRPr sz="2550" b="1">
                <a:solidFill>
                  <a:srgbClr val="F4F7FB"/>
                </a:solidFill>
              </a:defRPr>
            </a:lvl3pPr>
            <a:lvl4pPr algn="l">
              <a:defRPr sz="2550" b="1">
                <a:solidFill>
                  <a:srgbClr val="F4F7FB"/>
                </a:solidFill>
              </a:defRPr>
            </a:lvl4pPr>
            <a:lvl5pPr algn="l">
              <a:defRPr sz="2550" b="1">
                <a:solidFill>
                  <a:srgbClr val="F4F7FB"/>
                </a:solidFill>
              </a:defRPr>
            </a:lvl5pPr>
            <a:lvl6pPr algn="l">
              <a:defRPr sz="2550" b="1">
                <a:solidFill>
                  <a:srgbClr val="F4F7FB"/>
                </a:solidFill>
              </a:defRPr>
            </a:lvl6pPr>
            <a:lvl7pPr algn="l">
              <a:defRPr sz="2550" b="1">
                <a:solidFill>
                  <a:srgbClr val="F4F7FB"/>
                </a:solidFill>
              </a:defRPr>
            </a:lvl7pPr>
            <a:lvl8pPr algn="l">
              <a:defRPr sz="2550" b="1">
                <a:solidFill>
                  <a:srgbClr val="F4F7FB"/>
                </a:solidFill>
              </a:defRPr>
            </a:lvl8pPr>
            <a:lvl9pPr algn="l">
              <a:defRPr sz="2550" b="1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7FB"/>
                </a:solidFill>
              </a:defRPr>
            </a:pPr>
            <a:r>
              <a:rPr sz="2550" b="1">
                <a:solidFill>
                  <a:srgbClr val="F4F7FB"/>
                </a:solidFill>
              </a:rPr>
              <a:t>READY FOR LAB 7 DEFENSE</a:t>
            </a:r>
          </a:p>
          <a:p xmlns:a="http://schemas.openxmlformats.org/drawingml/2006/main">
            <a:pPr algn="l">
              <a:defRPr sz="2550" b="1">
                <a:solidFill>
                  <a:srgbClr val="F4F7FB"/>
                </a:solidFill>
              </a:defRPr>
            </a:pPr>
            <a:r>
              <a:rPr sz="2550" b="1">
                <a:solidFill>
                  <a:srgbClr val="F4F7FB"/>
                </a:solidFill>
              </a:rPr>
              <a:t>WITH LIMITATIONS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8A531-49EF-4734-8773-704709E5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C6EEA-5EB9-46EA-9D20-BCCB2388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</a:defRPr>
            </a:defPPr>
            <a:lvl1pPr algn="l">
              <a:defRPr sz="1500" b="0">
                <a:solidFill>
                  <a:srgbClr val="F4F7FB"/>
                </a:solidFill>
              </a:defRPr>
            </a:lvl1pPr>
            <a:lvl2pPr algn="l">
              <a:defRPr sz="1500" b="0">
                <a:solidFill>
                  <a:srgbClr val="F4F7FB"/>
                </a:solidFill>
              </a:defRPr>
            </a:lvl2pPr>
            <a:lvl3pPr algn="l">
              <a:defRPr sz="1500" b="0">
                <a:solidFill>
                  <a:srgbClr val="F4F7FB"/>
                </a:solidFill>
              </a:defRPr>
            </a:lvl3pPr>
            <a:lvl4pPr algn="l">
              <a:defRPr sz="1500" b="0">
                <a:solidFill>
                  <a:srgbClr val="F4F7FB"/>
                </a:solidFill>
              </a:defRPr>
            </a:lvl4pPr>
            <a:lvl5pPr algn="l">
              <a:defRPr sz="1500" b="0">
                <a:solidFill>
                  <a:srgbClr val="F4F7FB"/>
                </a:solidFill>
              </a:defRPr>
            </a:lvl5pPr>
            <a:lvl6pPr algn="l">
              <a:defRPr sz="1500" b="0">
                <a:solidFill>
                  <a:srgbClr val="F4F7FB"/>
                </a:solidFill>
              </a:defRPr>
            </a:lvl6pPr>
            <a:lvl7pPr algn="l">
              <a:defRPr sz="1500" b="0">
                <a:solidFill>
                  <a:srgbClr val="F4F7FB"/>
                </a:solidFill>
              </a:defRPr>
            </a:lvl7pPr>
            <a:lvl8pPr algn="l">
              <a:defRPr sz="1500" b="0">
                <a:solidFill>
                  <a:srgbClr val="F4F7FB"/>
                </a:solidFill>
              </a:defRPr>
            </a:lvl8pPr>
            <a:lvl9pPr algn="l">
              <a:defRPr sz="150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Persistent Smart Scenarios і Room v4 реалізовано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99FF6-628A-4782-9AEC-E2406160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61E87-B8B7-4FC0-B4FC-DA2EDABE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</a:defRPr>
            </a:defPPr>
            <a:lvl1pPr algn="l">
              <a:defRPr sz="1500" b="0">
                <a:solidFill>
                  <a:srgbClr val="F4F7FB"/>
                </a:solidFill>
              </a:defRPr>
            </a:lvl1pPr>
            <a:lvl2pPr algn="l">
              <a:defRPr sz="1500" b="0">
                <a:solidFill>
                  <a:srgbClr val="F4F7FB"/>
                </a:solidFill>
              </a:defRPr>
            </a:lvl2pPr>
            <a:lvl3pPr algn="l">
              <a:defRPr sz="1500" b="0">
                <a:solidFill>
                  <a:srgbClr val="F4F7FB"/>
                </a:solidFill>
              </a:defRPr>
            </a:lvl3pPr>
            <a:lvl4pPr algn="l">
              <a:defRPr sz="1500" b="0">
                <a:solidFill>
                  <a:srgbClr val="F4F7FB"/>
                </a:solidFill>
              </a:defRPr>
            </a:lvl4pPr>
            <a:lvl5pPr algn="l">
              <a:defRPr sz="1500" b="0">
                <a:solidFill>
                  <a:srgbClr val="F4F7FB"/>
                </a:solidFill>
              </a:defRPr>
            </a:lvl5pPr>
            <a:lvl6pPr algn="l">
              <a:defRPr sz="1500" b="0">
                <a:solidFill>
                  <a:srgbClr val="F4F7FB"/>
                </a:solidFill>
              </a:defRPr>
            </a:lvl6pPr>
            <a:lvl7pPr algn="l">
              <a:defRPr sz="1500" b="0">
                <a:solidFill>
                  <a:srgbClr val="F4F7FB"/>
                </a:solidFill>
              </a:defRPr>
            </a:lvl7pPr>
            <a:lvl8pPr algn="l">
              <a:defRPr sz="1500" b="0">
                <a:solidFill>
                  <a:srgbClr val="F4F7FB"/>
                </a:solidFill>
              </a:defRPr>
            </a:lvl8pPr>
            <a:lvl9pPr algn="l">
              <a:defRPr sz="1500" b="0">
                <a:solidFill>
                  <a:srgbClr val="F4F7FB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Real TFLite та Mock BLE ALERT перевірено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12A10-728F-462D-97F8-24E1F4E3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9D4C7"/>
                </a:solidFill>
              </a:defRPr>
            </a:defPPr>
            <a:lvl1pPr algn="l">
              <a:defRPr sz="1650" b="1">
                <a:solidFill>
                  <a:srgbClr val="39D4C7"/>
                </a:solidFill>
              </a:defRPr>
            </a:lvl1pPr>
            <a:lvl2pPr algn="l">
              <a:defRPr sz="1650" b="1">
                <a:solidFill>
                  <a:srgbClr val="39D4C7"/>
                </a:solidFill>
              </a:defRPr>
            </a:lvl2pPr>
            <a:lvl3pPr algn="l">
              <a:defRPr sz="1650" b="1">
                <a:solidFill>
                  <a:srgbClr val="39D4C7"/>
                </a:solidFill>
              </a:defRPr>
            </a:lvl3pPr>
            <a:lvl4pPr algn="l">
              <a:defRPr sz="1650" b="1">
                <a:solidFill>
                  <a:srgbClr val="39D4C7"/>
                </a:solidFill>
              </a:defRPr>
            </a:lvl4pPr>
            <a:lvl5pPr algn="l">
              <a:defRPr sz="1650" b="1">
                <a:solidFill>
                  <a:srgbClr val="39D4C7"/>
                </a:solidFill>
              </a:defRPr>
            </a:lvl5pPr>
            <a:lvl6pPr algn="l">
              <a:defRPr sz="1650" b="1">
                <a:solidFill>
                  <a:srgbClr val="39D4C7"/>
                </a:solidFill>
              </a:defRPr>
            </a:lvl6pPr>
            <a:lvl7pPr algn="l">
              <a:defRPr sz="1650" b="1">
                <a:solidFill>
                  <a:srgbClr val="39D4C7"/>
                </a:solidFill>
              </a:defRPr>
            </a:lvl7pPr>
            <a:lvl8pPr algn="l">
              <a:defRPr sz="1650" b="1">
                <a:solidFill>
                  <a:srgbClr val="39D4C7"/>
                </a:solidFill>
              </a:defRPr>
            </a:lvl8pPr>
            <a:lvl9pPr algn="l">
              <a:defRPr sz="1650" b="1">
                <a:solidFill>
                  <a:srgbClr val="39D4C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9D4C7"/>
                </a:solidFill>
              </a:defRPr>
            </a:pPr>
            <a:r>
              <a:rPr sz="1650" b="1">
                <a:solidFill>
                  <a:srgbClr val="39D4C7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8FD5B-43CF-4B97-9D0A-46DC23E3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F7777"/>
                </a:solidFill>
              </a:defRPr>
            </a:defPPr>
            <a:lvl1pPr algn="l">
              <a:defRPr sz="1500" b="0">
                <a:solidFill>
                  <a:srgbClr val="FF7777"/>
                </a:solidFill>
              </a:defRPr>
            </a:lvl1pPr>
            <a:lvl2pPr algn="l">
              <a:defRPr sz="1500" b="0">
                <a:solidFill>
                  <a:srgbClr val="FF7777"/>
                </a:solidFill>
              </a:defRPr>
            </a:lvl2pPr>
            <a:lvl3pPr algn="l">
              <a:defRPr sz="1500" b="0">
                <a:solidFill>
                  <a:srgbClr val="FF7777"/>
                </a:solidFill>
              </a:defRPr>
            </a:lvl3pPr>
            <a:lvl4pPr algn="l">
              <a:defRPr sz="1500" b="0">
                <a:solidFill>
                  <a:srgbClr val="FF7777"/>
                </a:solidFill>
              </a:defRPr>
            </a:lvl4pPr>
            <a:lvl5pPr algn="l">
              <a:defRPr sz="1500" b="0">
                <a:solidFill>
                  <a:srgbClr val="FF7777"/>
                </a:solidFill>
              </a:defRPr>
            </a:lvl5pPr>
            <a:lvl6pPr algn="l">
              <a:defRPr sz="1500" b="0">
                <a:solidFill>
                  <a:srgbClr val="FF7777"/>
                </a:solidFill>
              </a:defRPr>
            </a:lvl6pPr>
            <a:lvl7pPr algn="l">
              <a:defRPr sz="1500" b="0">
                <a:solidFill>
                  <a:srgbClr val="FF7777"/>
                </a:solidFill>
              </a:defRPr>
            </a:lvl7pPr>
            <a:lvl8pPr algn="l">
              <a:defRPr sz="1500" b="0">
                <a:solidFill>
                  <a:srgbClr val="FF7777"/>
                </a:solidFill>
              </a:defRPr>
            </a:lvl8pPr>
            <a:lvl9pPr algn="l">
              <a:defRPr sz="1500" b="0">
                <a:solidFill>
                  <a:srgbClr val="FF7777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F7777"/>
                </a:solidFill>
              </a:defRPr>
            </a:pPr>
            <a:r>
              <a:rPr sz="1500" b="0">
                <a:solidFill>
                  <a:srgbClr val="FF7777"/>
                </a:solidFill>
              </a:rPr>
              <a:t>Production NO-GO: jank, physical BLE, real data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5BC3C-EBAD-4988-AD56-1F86792C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AAB8CC"/>
                </a:solidFill>
              </a:defRPr>
            </a:defPPr>
            <a:lvl1pPr algn="l">
              <a:defRPr sz="825" b="0">
                <a:solidFill>
                  <a:srgbClr val="AAB8CC"/>
                </a:solidFill>
              </a:defRPr>
            </a:lvl1pPr>
            <a:lvl2pPr algn="l">
              <a:defRPr sz="825" b="0">
                <a:solidFill>
                  <a:srgbClr val="AAB8CC"/>
                </a:solidFill>
              </a:defRPr>
            </a:lvl2pPr>
            <a:lvl3pPr algn="l">
              <a:defRPr sz="825" b="0">
                <a:solidFill>
                  <a:srgbClr val="AAB8CC"/>
                </a:solidFill>
              </a:defRPr>
            </a:lvl3pPr>
            <a:lvl4pPr algn="l">
              <a:defRPr sz="825" b="0">
                <a:solidFill>
                  <a:srgbClr val="AAB8CC"/>
                </a:solidFill>
              </a:defRPr>
            </a:lvl4pPr>
            <a:lvl5pPr algn="l">
              <a:defRPr sz="825" b="0">
                <a:solidFill>
                  <a:srgbClr val="AAB8CC"/>
                </a:solidFill>
              </a:defRPr>
            </a:lvl5pPr>
            <a:lvl6pPr algn="l">
              <a:defRPr sz="825" b="0">
                <a:solidFill>
                  <a:srgbClr val="AAB8CC"/>
                </a:solidFill>
              </a:defRPr>
            </a:lvl6pPr>
            <a:lvl7pPr algn="l">
              <a:defRPr sz="825" b="0">
                <a:solidFill>
                  <a:srgbClr val="AAB8CC"/>
                </a:solidFill>
              </a:defRPr>
            </a:lvl7pPr>
            <a:lvl8pPr algn="l">
              <a:defRPr sz="825" b="0">
                <a:solidFill>
                  <a:srgbClr val="AAB8CC"/>
                </a:solidFill>
              </a:defRPr>
            </a:lvl8pPr>
            <a:lvl9pPr algn="l">
              <a:defRPr sz="82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AAB8CC"/>
                </a:solidFill>
              </a:defRPr>
            </a:pPr>
            <a:r>
              <a:rPr sz="825" b="0">
                <a:solidFill>
                  <a:srgbClr val="AAB8CC"/>
                </a:solidFill>
              </a:rPr>
              <a:t>SleepTrackerSimulator   Лабораторна робота №7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81378-1B72-4712-8336-415B9A44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AAB8CC"/>
                </a:solidFill>
              </a:defRPr>
            </a:defPPr>
            <a:lvl1pPr algn="r">
              <a:defRPr sz="825" b="0">
                <a:solidFill>
                  <a:srgbClr val="AAB8CC"/>
                </a:solidFill>
              </a:defRPr>
            </a:lvl1pPr>
            <a:lvl2pPr algn="r">
              <a:defRPr sz="825" b="0">
                <a:solidFill>
                  <a:srgbClr val="AAB8CC"/>
                </a:solidFill>
              </a:defRPr>
            </a:lvl2pPr>
            <a:lvl3pPr algn="r">
              <a:defRPr sz="825" b="0">
                <a:solidFill>
                  <a:srgbClr val="AAB8CC"/>
                </a:solidFill>
              </a:defRPr>
            </a:lvl3pPr>
            <a:lvl4pPr algn="r">
              <a:defRPr sz="825" b="0">
                <a:solidFill>
                  <a:srgbClr val="AAB8CC"/>
                </a:solidFill>
              </a:defRPr>
            </a:lvl4pPr>
            <a:lvl5pPr algn="r">
              <a:defRPr sz="825" b="0">
                <a:solidFill>
                  <a:srgbClr val="AAB8CC"/>
                </a:solidFill>
              </a:defRPr>
            </a:lvl5pPr>
            <a:lvl6pPr algn="r">
              <a:defRPr sz="825" b="0">
                <a:solidFill>
                  <a:srgbClr val="AAB8CC"/>
                </a:solidFill>
              </a:defRPr>
            </a:lvl6pPr>
            <a:lvl7pPr algn="r">
              <a:defRPr sz="825" b="0">
                <a:solidFill>
                  <a:srgbClr val="AAB8CC"/>
                </a:solidFill>
              </a:defRPr>
            </a:lvl7pPr>
            <a:lvl8pPr algn="r">
              <a:defRPr sz="825" b="0">
                <a:solidFill>
                  <a:srgbClr val="AAB8CC"/>
                </a:solidFill>
              </a:defRPr>
            </a:lvl8pPr>
            <a:lvl9pPr algn="r">
              <a:defRPr sz="825" b="0">
                <a:solidFill>
                  <a:srgbClr val="AAB8CC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AAB8CC"/>
                </a:solidFill>
              </a:defRPr>
            </a:pPr>
            <a:r>
              <a:rPr sz="825" b="0">
                <a:solidFill>
                  <a:srgbClr val="AAB8CC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16392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2026-10-19T18:18:12.2060000Z</dcterms:created>
  <dcterms:modified xsi:type="dcterms:W3CDTF">2026-10-19T18:18:12.2060000Z</dcterms:modified>
</coreProperties>
</file>